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57" r:id="rId3"/>
    <p:sldId id="418" r:id="rId4"/>
    <p:sldId id="419" r:id="rId5"/>
    <p:sldId id="421" r:id="rId6"/>
    <p:sldId id="420" r:id="rId7"/>
    <p:sldId id="429" r:id="rId8"/>
    <p:sldId id="422" r:id="rId9"/>
    <p:sldId id="424" r:id="rId10"/>
    <p:sldId id="423" r:id="rId11"/>
    <p:sldId id="425" r:id="rId12"/>
    <p:sldId id="426" r:id="rId13"/>
    <p:sldId id="427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265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A84CA91C-CDC4-44FF-B9FD-9412A8390291}">
          <p14:sldIdLst>
            <p14:sldId id="270"/>
          </p14:sldIdLst>
        </p14:section>
        <p14:section name="목차" id="{9945CD0D-12D2-4094-94DF-426F4ACE8180}">
          <p14:sldIdLst>
            <p14:sldId id="257"/>
          </p14:sldIdLst>
        </p14:section>
        <p14:section name="1. List" id="{5F4180C7-0587-4561-9EAE-D070FFD4E8ED}">
          <p14:sldIdLst>
            <p14:sldId id="418"/>
            <p14:sldId id="419"/>
            <p14:sldId id="421"/>
            <p14:sldId id="420"/>
            <p14:sldId id="429"/>
            <p14:sldId id="422"/>
            <p14:sldId id="424"/>
            <p14:sldId id="423"/>
            <p14:sldId id="425"/>
          </p14:sldIdLst>
        </p14:section>
        <p14:section name="2. Detail" id="{4AF62DCD-A0F8-460F-B630-C28484A94A52}">
          <p14:sldIdLst>
            <p14:sldId id="426"/>
            <p14:sldId id="427"/>
            <p14:sldId id="430"/>
            <p14:sldId id="431"/>
            <p14:sldId id="432"/>
            <p14:sldId id="433"/>
            <p14:sldId id="434"/>
          </p14:sldIdLst>
        </p14:section>
        <p14:section name="3. Grid" id="{7CE3984E-3160-4E0F-993D-6E49662C915E}">
          <p14:sldIdLst>
            <p14:sldId id="435"/>
            <p14:sldId id="436"/>
            <p14:sldId id="437"/>
          </p14:sldIdLst>
        </p14:section>
        <p14:section name="4. Script" id="{4D85C136-7DD1-43C8-BA2D-08814EF029F6}">
          <p14:sldIdLst>
            <p14:sldId id="438"/>
            <p14:sldId id="439"/>
          </p14:sldIdLst>
        </p14:section>
        <p14:section name="5. 공통" id="{AA0DEC52-DF51-460F-B04D-B6D41756DE96}">
          <p14:sldIdLst>
            <p14:sldId id="440"/>
            <p14:sldId id="441"/>
          </p14:sldIdLst>
        </p14:section>
        <p14:section name="EOP" id="{A130D033-7020-4C04-B989-8234963D7F6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DE"/>
    <a:srgbClr val="006AC6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46" autoAdjust="0"/>
    <p:restoredTop sz="96513" autoAdjust="0"/>
  </p:normalViewPr>
  <p:slideViewPr>
    <p:cSldViewPr snapToGrid="0">
      <p:cViewPr varScale="1">
        <p:scale>
          <a:sx n="110" d="100"/>
          <a:sy n="110" d="100"/>
        </p:scale>
        <p:origin x="10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4D409-A12B-4EDE-8F76-31EE6E4505ED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130AD-E061-4116-8F5B-590144B912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28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130AD-E061-4116-8F5B-590144B9129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994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AAE6A-7055-4E23-AAF5-5264F3B09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F25D33-0819-4E1A-B0EB-DAD563BD0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D990A0-C540-4021-87C9-0E8A17D2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B165ED-C9D2-45C2-A8DA-5DF5AF74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B503E-C4D3-4EC9-8E9E-0172979A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51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976AD-B724-46C5-94F3-30E08276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CBFCF-AC06-4611-AE02-2DC481C42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24449-8F8E-4F14-8924-64FB8F1E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E07B7-93FE-49B4-9208-DDD38B45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8011C-A924-4C8F-ABEC-853DB564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55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7F5A6-37A2-4EA3-8A33-8A8D5F7D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070A89-8ED8-4A32-8776-866B6264A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310E78-F2F5-4F46-BD90-4621DFCA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5956F7-DCDF-4CF9-AD1B-1216B70D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1BD87-24C2-4AC5-96BE-49DA5E69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20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955FA-D3B9-4CA2-8A7D-E9B098C2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320044-EF2C-452D-BF49-256C112B2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BF7D27-ED1C-4DA0-B827-16CC9B0AA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F760E7-D015-4B93-BB58-98951609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A16C56-8BA4-4B5B-BE20-86C19460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C7D6E8-396C-4ACC-B193-467FF279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3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CD82-9681-4996-B855-AF037DC8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76CA5-CAE1-4435-BA32-DB400341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96DD01-71A5-46AE-864D-B6ED45F73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258C6F-95DC-4FBC-B6BC-53BEEBE65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6B3EC7-04A3-4838-A05F-0FF8740F2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2D3978-A6FE-43DF-AFB5-54F5177F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B7BAA0-D9CE-415D-B89A-FBD54CC0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465768-07DA-428B-B6FE-E8D7C9B1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55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32EBC-A0A3-4916-93E6-7F6BC05D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C442AD-6CB9-476F-9FD8-D3BD3E62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9C1EDD-8972-484C-9E19-450F509C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939258-D26E-485B-BC6D-8E64FFDF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89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FD156A-CCB6-4130-82FA-6FAC2DDC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0500F1-1477-4A95-8C41-559E4B0C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DA45C-58F7-4EB2-A54F-249D0679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3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68566-BF17-4D55-A407-79D365DE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9A9BA4-ACA8-46A4-9E65-E74A85964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BDDAE7-194C-4174-A2BD-20A8862DE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1E6D6-8860-4EFA-B6AD-B38F5233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CE773-568A-49A4-8719-139A082F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6BF2E7-19FC-40F6-990E-B225D1D6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4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213A2-706A-4022-98DF-AEEE070D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F46881-17BE-4332-BF95-6C91C48EC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0114F6-14D9-4C25-BDAC-4700AD09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7D5D53-CF8F-4B21-ABCE-2B6B8ADF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584AE0-47E0-4571-B846-E49A1E4A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FA99D2-9261-4903-B1F4-1BD54195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41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4A208-7A96-4D76-BA60-AC7AEA6C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FFD370-D4CA-49E6-9345-14FBCAB75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02F90-E72E-4BDE-856A-C22D98EA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6001B-3ACB-46A1-930B-61FA04F6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6FCED4-0987-4D69-8A40-7470CF3D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95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1AF445-6683-41BA-8647-E8E111CC9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1CB93E-C3BD-4FC8-9167-18F18F4D5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B761B-EFE1-4373-B7E5-0B0E5578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F56E5-4F6D-4EBD-833D-A5DBC1B2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CC019-ED9D-4C21-B579-972CF20B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663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업무화면-기본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951D32-B09C-46F6-AFEA-D8C0A1D6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8450" y="6561136"/>
            <a:ext cx="1435100" cy="222250"/>
          </a:xfrm>
        </p:spPr>
        <p:txBody>
          <a:bodyPr/>
          <a:lstStyle>
            <a:lvl1pPr algn="ctr">
              <a:defRPr sz="900"/>
            </a:lvl1pPr>
          </a:lstStyle>
          <a:p>
            <a:fld id="{E64F28E4-2448-49EF-BD26-7FF4055ED30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B7D2FF-4C20-45C0-BD04-C335CCA1624D}"/>
              </a:ext>
            </a:extLst>
          </p:cNvPr>
          <p:cNvSpPr/>
          <p:nvPr userDrawn="1"/>
        </p:nvSpPr>
        <p:spPr>
          <a:xfrm>
            <a:off x="155575" y="635000"/>
            <a:ext cx="9253538" cy="5854700"/>
          </a:xfrm>
          <a:prstGeom prst="rect">
            <a:avLst/>
          </a:prstGeom>
          <a:solidFill>
            <a:schemeClr val="bg1"/>
          </a:solidFill>
          <a:ln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DAB33B-9DA1-4ED3-93CA-47D5C9DA5AC3}"/>
              </a:ext>
            </a:extLst>
          </p:cNvPr>
          <p:cNvSpPr/>
          <p:nvPr userDrawn="1"/>
        </p:nvSpPr>
        <p:spPr>
          <a:xfrm>
            <a:off x="9494838" y="635000"/>
            <a:ext cx="2541587" cy="5854700"/>
          </a:xfrm>
          <a:prstGeom prst="rect">
            <a:avLst/>
          </a:prstGeom>
          <a:solidFill>
            <a:srgbClr val="FDFDFD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FC7908-2EA8-427D-B664-23893D87678C}"/>
              </a:ext>
            </a:extLst>
          </p:cNvPr>
          <p:cNvSpPr/>
          <p:nvPr userDrawn="1"/>
        </p:nvSpPr>
        <p:spPr>
          <a:xfrm>
            <a:off x="9494838" y="635000"/>
            <a:ext cx="2541587" cy="26670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6951DB-5785-4AA9-A98E-3208B1589ADE}"/>
              </a:ext>
            </a:extLst>
          </p:cNvPr>
          <p:cNvSpPr/>
          <p:nvPr userDrawn="1"/>
        </p:nvSpPr>
        <p:spPr>
          <a:xfrm>
            <a:off x="0" y="1"/>
            <a:ext cx="12192000" cy="50800"/>
          </a:xfrm>
          <a:prstGeom prst="rect">
            <a:avLst/>
          </a:prstGeom>
          <a:gradFill>
            <a:gsLst>
              <a:gs pos="0">
                <a:srgbClr val="0186FF"/>
              </a:gs>
              <a:gs pos="50000">
                <a:srgbClr val="007BEA"/>
              </a:gs>
              <a:gs pos="100000">
                <a:srgbClr val="006AC6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30B349-4978-96C6-C95A-828EA28D2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1957" y="6546855"/>
            <a:ext cx="453048" cy="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87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98">
          <p15:clr>
            <a:srgbClr val="FBAE40"/>
          </p15:clr>
        </p15:guide>
        <p15:guide id="5" pos="7582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0">
          <p15:clr>
            <a:srgbClr val="FBAE40"/>
          </p15:clr>
        </p15:guide>
        <p15:guide id="8" pos="5927">
          <p15:clr>
            <a:srgbClr val="FBAE40"/>
          </p15:clr>
        </p15:guide>
        <p15:guide id="9" pos="5981">
          <p15:clr>
            <a:srgbClr val="FBAE40"/>
          </p15:clr>
        </p15:guide>
        <p15:guide id="10" orient="horz" pos="464">
          <p15:clr>
            <a:srgbClr val="FBAE40"/>
          </p15:clr>
        </p15:guide>
        <p15:guide id="11" pos="152">
          <p15:clr>
            <a:srgbClr val="FBAE40"/>
          </p15:clr>
        </p15:guide>
        <p15:guide id="12" pos="5876">
          <p15:clr>
            <a:srgbClr val="FBAE40"/>
          </p15:clr>
        </p15:guide>
        <p15:guide id="13" orient="horz" pos="40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로그인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85C37CDB-DC94-47CC-BC30-2E483BE4043B}"/>
              </a:ext>
            </a:extLst>
          </p:cNvPr>
          <p:cNvSpPr/>
          <p:nvPr userDrawn="1"/>
        </p:nvSpPr>
        <p:spPr>
          <a:xfrm>
            <a:off x="635000" y="514350"/>
            <a:ext cx="1155700" cy="1155700"/>
          </a:xfrm>
          <a:prstGeom prst="ellipse">
            <a:avLst/>
          </a:prstGeom>
          <a:gradFill>
            <a:gsLst>
              <a:gs pos="0">
                <a:srgbClr val="007BEA">
                  <a:alpha val="0"/>
                </a:srgbClr>
              </a:gs>
              <a:gs pos="100000">
                <a:srgbClr val="0055A2">
                  <a:alpha val="14000"/>
                </a:srgbClr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D4F436-154C-4223-B47D-0BF67CB634A8}"/>
              </a:ext>
            </a:extLst>
          </p:cNvPr>
          <p:cNvSpPr/>
          <p:nvPr userDrawn="1"/>
        </p:nvSpPr>
        <p:spPr>
          <a:xfrm>
            <a:off x="1212850" y="1092200"/>
            <a:ext cx="9766300" cy="4165600"/>
          </a:xfrm>
          <a:prstGeom prst="rect">
            <a:avLst/>
          </a:prstGeom>
          <a:solidFill>
            <a:srgbClr val="006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5088-8196-4CA8-96EF-52F39796C08D}"/>
              </a:ext>
            </a:extLst>
          </p:cNvPr>
          <p:cNvSpPr txBox="1"/>
          <p:nvPr userDrawn="1"/>
        </p:nvSpPr>
        <p:spPr>
          <a:xfrm>
            <a:off x="10362168" y="3000558"/>
            <a:ext cx="369332" cy="206883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spc="600" dirty="0">
                <a:solidFill>
                  <a:schemeClr val="bg1">
                    <a:alpha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Manual Document</a:t>
            </a:r>
            <a:endParaRPr lang="ko-KR" altLang="en-US" sz="800" spc="600" dirty="0">
              <a:solidFill>
                <a:schemeClr val="bg1">
                  <a:alpha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2FD9FD7-8261-4168-8957-9DC228B246E8}"/>
              </a:ext>
            </a:extLst>
          </p:cNvPr>
          <p:cNvSpPr/>
          <p:nvPr userDrawn="1"/>
        </p:nvSpPr>
        <p:spPr>
          <a:xfrm rot="9742276">
            <a:off x="8057943" y="4802998"/>
            <a:ext cx="1925603" cy="1925603"/>
          </a:xfrm>
          <a:prstGeom prst="ellipse">
            <a:avLst/>
          </a:prstGeom>
          <a:gradFill>
            <a:gsLst>
              <a:gs pos="0">
                <a:srgbClr val="007BEA">
                  <a:alpha val="10000"/>
                </a:srgbClr>
              </a:gs>
              <a:gs pos="100000">
                <a:srgbClr val="0055A2">
                  <a:alpha val="50000"/>
                </a:srgbClr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833A881-42AB-4C98-86BF-4D65FE116FD0}"/>
              </a:ext>
            </a:extLst>
          </p:cNvPr>
          <p:cNvGrpSpPr/>
          <p:nvPr userDrawn="1"/>
        </p:nvGrpSpPr>
        <p:grpSpPr>
          <a:xfrm>
            <a:off x="174560" y="4432667"/>
            <a:ext cx="1787525" cy="476250"/>
            <a:chOff x="203200" y="4178300"/>
            <a:chExt cx="1787525" cy="47625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04B7F37-502C-4D37-9732-0A1E6FCB2F4E}"/>
                </a:ext>
              </a:extLst>
            </p:cNvPr>
            <p:cNvSpPr/>
            <p:nvPr userDrawn="1"/>
          </p:nvSpPr>
          <p:spPr>
            <a:xfrm>
              <a:off x="203200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7245193-EFC6-4F6C-82AB-8A2B06106B71}"/>
                </a:ext>
              </a:extLst>
            </p:cNvPr>
            <p:cNvSpPr/>
            <p:nvPr userDrawn="1"/>
          </p:nvSpPr>
          <p:spPr>
            <a:xfrm>
              <a:off x="415528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E0D5908-B171-40CF-89F0-AA37DDBEF95F}"/>
                </a:ext>
              </a:extLst>
            </p:cNvPr>
            <p:cNvSpPr/>
            <p:nvPr userDrawn="1"/>
          </p:nvSpPr>
          <p:spPr>
            <a:xfrm>
              <a:off x="627856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392250-37F5-44D3-B226-C6107EBDCE9F}"/>
                </a:ext>
              </a:extLst>
            </p:cNvPr>
            <p:cNvSpPr/>
            <p:nvPr userDrawn="1"/>
          </p:nvSpPr>
          <p:spPr>
            <a:xfrm>
              <a:off x="840184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DDD8BA1-96DD-46F9-A7AD-C414B972957A}"/>
                </a:ext>
              </a:extLst>
            </p:cNvPr>
            <p:cNvSpPr/>
            <p:nvPr userDrawn="1"/>
          </p:nvSpPr>
          <p:spPr>
            <a:xfrm>
              <a:off x="1052512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D15F8DC-4A27-4AF8-9A75-2A4C4050225F}"/>
                </a:ext>
              </a:extLst>
            </p:cNvPr>
            <p:cNvSpPr/>
            <p:nvPr userDrawn="1"/>
          </p:nvSpPr>
          <p:spPr>
            <a:xfrm>
              <a:off x="1264840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22FE098-D62A-4E33-A380-0C1D84C64502}"/>
                </a:ext>
              </a:extLst>
            </p:cNvPr>
            <p:cNvSpPr/>
            <p:nvPr userDrawn="1"/>
          </p:nvSpPr>
          <p:spPr>
            <a:xfrm>
              <a:off x="1477168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8BD1613-96AD-489F-A574-F8B7F2CD6F4C}"/>
                </a:ext>
              </a:extLst>
            </p:cNvPr>
            <p:cNvSpPr/>
            <p:nvPr userDrawn="1"/>
          </p:nvSpPr>
          <p:spPr>
            <a:xfrm>
              <a:off x="1689496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68DDF15-A45C-4BDD-B53F-E271D6209570}"/>
                </a:ext>
              </a:extLst>
            </p:cNvPr>
            <p:cNvSpPr/>
            <p:nvPr userDrawn="1"/>
          </p:nvSpPr>
          <p:spPr>
            <a:xfrm>
              <a:off x="1901825" y="417830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370874C-66BC-48F3-9F3D-3DF64136D547}"/>
                </a:ext>
              </a:extLst>
            </p:cNvPr>
            <p:cNvSpPr/>
            <p:nvPr userDrawn="1"/>
          </p:nvSpPr>
          <p:spPr>
            <a:xfrm>
              <a:off x="203200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1D8A48F-0490-4235-B7E9-2E388F317649}"/>
                </a:ext>
              </a:extLst>
            </p:cNvPr>
            <p:cNvSpPr/>
            <p:nvPr userDrawn="1"/>
          </p:nvSpPr>
          <p:spPr>
            <a:xfrm>
              <a:off x="415528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00D5AF39-7D64-45CA-A5FF-E449934ABBAD}"/>
                </a:ext>
              </a:extLst>
            </p:cNvPr>
            <p:cNvSpPr/>
            <p:nvPr userDrawn="1"/>
          </p:nvSpPr>
          <p:spPr>
            <a:xfrm>
              <a:off x="627856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CFBF60C-318F-41BE-A5C4-44AC7FC9C846}"/>
                </a:ext>
              </a:extLst>
            </p:cNvPr>
            <p:cNvSpPr/>
            <p:nvPr userDrawn="1"/>
          </p:nvSpPr>
          <p:spPr>
            <a:xfrm>
              <a:off x="840184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D88072B-6E0B-4C16-918D-B0753C049284}"/>
                </a:ext>
              </a:extLst>
            </p:cNvPr>
            <p:cNvSpPr/>
            <p:nvPr userDrawn="1"/>
          </p:nvSpPr>
          <p:spPr>
            <a:xfrm>
              <a:off x="1052512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9BE7168-5FF2-4857-9B14-8C5D76E894FE}"/>
                </a:ext>
              </a:extLst>
            </p:cNvPr>
            <p:cNvSpPr/>
            <p:nvPr userDrawn="1"/>
          </p:nvSpPr>
          <p:spPr>
            <a:xfrm>
              <a:off x="1264840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00C5F80-D38E-41E4-8841-96347350773D}"/>
                </a:ext>
              </a:extLst>
            </p:cNvPr>
            <p:cNvSpPr/>
            <p:nvPr userDrawn="1"/>
          </p:nvSpPr>
          <p:spPr>
            <a:xfrm>
              <a:off x="1477168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C0A1162-2195-488F-BCBC-EFB6E0A713BE}"/>
                </a:ext>
              </a:extLst>
            </p:cNvPr>
            <p:cNvSpPr/>
            <p:nvPr userDrawn="1"/>
          </p:nvSpPr>
          <p:spPr>
            <a:xfrm>
              <a:off x="1689496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761D796-0640-4CB4-BD56-0F4C652DCD2E}"/>
                </a:ext>
              </a:extLst>
            </p:cNvPr>
            <p:cNvSpPr/>
            <p:nvPr userDrawn="1"/>
          </p:nvSpPr>
          <p:spPr>
            <a:xfrm>
              <a:off x="1901825" y="4371975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25FA669-8E45-4948-A3CC-7B5CDF90561F}"/>
                </a:ext>
              </a:extLst>
            </p:cNvPr>
            <p:cNvSpPr/>
            <p:nvPr userDrawn="1"/>
          </p:nvSpPr>
          <p:spPr>
            <a:xfrm>
              <a:off x="203200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6ABE0D3-B04B-4466-A928-D92CBCE345E8}"/>
                </a:ext>
              </a:extLst>
            </p:cNvPr>
            <p:cNvSpPr/>
            <p:nvPr userDrawn="1"/>
          </p:nvSpPr>
          <p:spPr>
            <a:xfrm>
              <a:off x="415528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C81D6D1-7595-4E5A-893D-F14FDA79B16C}"/>
                </a:ext>
              </a:extLst>
            </p:cNvPr>
            <p:cNvSpPr/>
            <p:nvPr userDrawn="1"/>
          </p:nvSpPr>
          <p:spPr>
            <a:xfrm>
              <a:off x="627856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C959B24-BF89-4387-91B8-91961ADB4461}"/>
                </a:ext>
              </a:extLst>
            </p:cNvPr>
            <p:cNvSpPr/>
            <p:nvPr userDrawn="1"/>
          </p:nvSpPr>
          <p:spPr>
            <a:xfrm>
              <a:off x="840184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DFD7C4-24A7-4F0A-B2E0-1B40DD444A3F}"/>
                </a:ext>
              </a:extLst>
            </p:cNvPr>
            <p:cNvSpPr/>
            <p:nvPr userDrawn="1"/>
          </p:nvSpPr>
          <p:spPr>
            <a:xfrm>
              <a:off x="1052512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2E312C3-EF7A-453A-A454-5E5283D6BD24}"/>
                </a:ext>
              </a:extLst>
            </p:cNvPr>
            <p:cNvSpPr/>
            <p:nvPr userDrawn="1"/>
          </p:nvSpPr>
          <p:spPr>
            <a:xfrm>
              <a:off x="1264840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788791B-749A-4BCA-9149-15E061D0B569}"/>
                </a:ext>
              </a:extLst>
            </p:cNvPr>
            <p:cNvSpPr/>
            <p:nvPr userDrawn="1"/>
          </p:nvSpPr>
          <p:spPr>
            <a:xfrm>
              <a:off x="1477168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BAA2131-0DA7-40D5-9A5C-423E5217E269}"/>
                </a:ext>
              </a:extLst>
            </p:cNvPr>
            <p:cNvSpPr/>
            <p:nvPr userDrawn="1"/>
          </p:nvSpPr>
          <p:spPr>
            <a:xfrm>
              <a:off x="1689496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C67985E-0127-4BAB-929C-F62AEF8C9EB7}"/>
                </a:ext>
              </a:extLst>
            </p:cNvPr>
            <p:cNvSpPr/>
            <p:nvPr userDrawn="1"/>
          </p:nvSpPr>
          <p:spPr>
            <a:xfrm>
              <a:off x="1901825" y="4565650"/>
              <a:ext cx="88900" cy="88900"/>
            </a:xfrm>
            <a:prstGeom prst="ellipse">
              <a:avLst/>
            </a:prstGeom>
            <a:gradFill>
              <a:gsLst>
                <a:gs pos="0">
                  <a:srgbClr val="007BEA"/>
                </a:gs>
                <a:gs pos="100000">
                  <a:srgbClr val="0055A2"/>
                </a:gs>
              </a:gsLst>
              <a:lin ang="81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</p:grpSp>
      <p:pic>
        <p:nvPicPr>
          <p:cNvPr id="60" name="그래픽 59">
            <a:extLst>
              <a:ext uri="{FF2B5EF4-FFF2-40B4-BE49-F238E27FC236}">
                <a16:creationId xmlns:a16="http://schemas.microsoft.com/office/drawing/2014/main" id="{73DF093B-480D-48DE-A82F-F376CD7B2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3850" y="-857166"/>
            <a:ext cx="3416580" cy="341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1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CAC198-07DD-448E-BB60-171BAC68A3FB}"/>
              </a:ext>
            </a:extLst>
          </p:cNvPr>
          <p:cNvSpPr/>
          <p:nvPr userDrawn="1"/>
        </p:nvSpPr>
        <p:spPr>
          <a:xfrm>
            <a:off x="0" y="0"/>
            <a:ext cx="679450" cy="6858000"/>
          </a:xfrm>
          <a:prstGeom prst="rect">
            <a:avLst/>
          </a:prstGeom>
          <a:solidFill>
            <a:srgbClr val="006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916F3B-231B-4D7E-A9DA-52EEAC4C8392}"/>
              </a:ext>
            </a:extLst>
          </p:cNvPr>
          <p:cNvSpPr txBox="1"/>
          <p:nvPr userDrawn="1"/>
        </p:nvSpPr>
        <p:spPr>
          <a:xfrm>
            <a:off x="155059" y="4208378"/>
            <a:ext cx="369332" cy="22082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800" spc="600" dirty="0">
                <a:solidFill>
                  <a:schemeClr val="bg1">
                    <a:alpha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Table of Contents</a:t>
            </a:r>
            <a:endParaRPr lang="ko-KR" altLang="en-US" sz="800" spc="600" dirty="0">
              <a:solidFill>
                <a:schemeClr val="bg1">
                  <a:alpha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5F8A74-6ECC-1582-E89C-260F07C4F9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1957" y="6546855"/>
            <a:ext cx="453048" cy="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67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98">
          <p15:clr>
            <a:srgbClr val="FBAE40"/>
          </p15:clr>
        </p15:guide>
        <p15:guide id="5" pos="7582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0">
          <p15:clr>
            <a:srgbClr val="FBAE40"/>
          </p15:clr>
        </p15:guide>
        <p15:guide id="8" pos="5927">
          <p15:clr>
            <a:srgbClr val="FBAE40"/>
          </p15:clr>
        </p15:guide>
        <p15:guide id="9" pos="5981">
          <p15:clr>
            <a:srgbClr val="FBAE40"/>
          </p15:clr>
        </p15:guide>
        <p15:guide id="10" orient="horz" pos="464">
          <p15:clr>
            <a:srgbClr val="FBAE40"/>
          </p15:clr>
        </p15:guide>
        <p15:guide id="11" pos="152">
          <p15:clr>
            <a:srgbClr val="FBAE40"/>
          </p15:clr>
        </p15:guide>
        <p15:guide id="12" pos="5876">
          <p15:clr>
            <a:srgbClr val="FBAE40"/>
          </p15:clr>
        </p15:guide>
        <p15:guide id="13" orient="horz" pos="4042">
          <p15:clr>
            <a:srgbClr val="FBAE40"/>
          </p15:clr>
        </p15:guide>
        <p15:guide id="14" pos="506">
          <p15:clr>
            <a:srgbClr val="FBAE40"/>
          </p15:clr>
        </p15:guide>
        <p15:guide id="15" orient="horz" pos="23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">
    <p:bg>
      <p:bgPr>
        <a:solidFill>
          <a:srgbClr val="006A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CAC198-07DD-448E-BB60-171BAC68A3FB}"/>
              </a:ext>
            </a:extLst>
          </p:cNvPr>
          <p:cNvSpPr/>
          <p:nvPr userDrawn="1"/>
        </p:nvSpPr>
        <p:spPr>
          <a:xfrm>
            <a:off x="365760" y="335280"/>
            <a:ext cx="11460480" cy="6187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DBA51C-EEEE-9294-1D74-D3EA646283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1957" y="6546855"/>
            <a:ext cx="453048" cy="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0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00">
          <p15:clr>
            <a:srgbClr val="FBAE40"/>
          </p15:clr>
        </p15:guide>
        <p15:guide id="4" pos="98">
          <p15:clr>
            <a:srgbClr val="FBAE40"/>
          </p15:clr>
        </p15:guide>
        <p15:guide id="5" pos="7582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0">
          <p15:clr>
            <a:srgbClr val="FBAE40"/>
          </p15:clr>
        </p15:guide>
        <p15:guide id="8" pos="5927">
          <p15:clr>
            <a:srgbClr val="FBAE40"/>
          </p15:clr>
        </p15:guide>
        <p15:guide id="9" pos="5981">
          <p15:clr>
            <a:srgbClr val="FBAE40"/>
          </p15:clr>
        </p15:guide>
        <p15:guide id="10" orient="horz" pos="464">
          <p15:clr>
            <a:srgbClr val="FBAE40"/>
          </p15:clr>
        </p15:guide>
        <p15:guide id="11" pos="152">
          <p15:clr>
            <a:srgbClr val="FBAE40"/>
          </p15:clr>
        </p15:guide>
        <p15:guide id="12" pos="5876">
          <p15:clr>
            <a:srgbClr val="FBAE40"/>
          </p15:clr>
        </p15:guide>
        <p15:guide id="13" orient="horz" pos="4042">
          <p15:clr>
            <a:srgbClr val="FBAE40"/>
          </p15:clr>
        </p15:guide>
        <p15:guide id="14" pos="506">
          <p15:clr>
            <a:srgbClr val="FBAE40"/>
          </p15:clr>
        </p15:guide>
        <p15:guide id="15" orient="horz" pos="2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EF19F7-DE2B-47D5-AC24-48E6473E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9F9040-F15E-4BC7-A4C5-BC86526E2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84DD56-6255-4D15-823F-B0C7B9B7E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01C6-68CF-4574-BFC7-6059EF8C8332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554A9-B84D-4FDC-8C0A-CDC87FC18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5E20C-1F8B-4259-98E9-0715AB5EB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88153-C332-418C-BA95-B63AE9862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45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6" r:id="rId13"/>
    <p:sldLayoutId id="2147483667" r:id="rId14"/>
    <p:sldLayoutId id="2147483669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D478D4-9A4B-4B49-9C94-0EF78C3F0513}"/>
              </a:ext>
            </a:extLst>
          </p:cNvPr>
          <p:cNvSpPr txBox="1"/>
          <p:nvPr/>
        </p:nvSpPr>
        <p:spPr>
          <a:xfrm>
            <a:off x="1211581" y="2290579"/>
            <a:ext cx="9776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SOM </a:t>
            </a:r>
            <a:r>
              <a:rPr lang="ko-KR" altLang="en-US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현대화 프로젝트 </a:t>
            </a:r>
            <a:r>
              <a:rPr lang="en-US" altLang="ko-KR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</a:t>
            </a:r>
            <a:endParaRPr lang="en-US" altLang="ko-KR" sz="4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화면 전환 가이드</a:t>
            </a:r>
            <a:endParaRPr lang="en-US" altLang="ko-KR" sz="40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00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7E268-DB1D-4A2B-B0D4-D0D9EA89C7DA}"/>
              </a:ext>
            </a:extLst>
          </p:cNvPr>
          <p:cNvSpPr txBox="1"/>
          <p:nvPr/>
        </p:nvSpPr>
        <p:spPr>
          <a:xfrm>
            <a:off x="1055688" y="449772"/>
            <a:ext cx="7435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 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26998-CD4A-4F5A-953E-D70045DA6891}"/>
              </a:ext>
            </a:extLst>
          </p:cNvPr>
          <p:cNvSpPr txBox="1"/>
          <p:nvPr/>
        </p:nvSpPr>
        <p:spPr>
          <a:xfrm>
            <a:off x="1055688" y="1226780"/>
            <a:ext cx="3413460" cy="41595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List </a:t>
            </a: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화면 전환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화면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Script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Detail(Popup) </a:t>
            </a: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화면 전환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화면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Script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Grid </a:t>
            </a: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전환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Expr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Display Type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Script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solidFill>
                  <a:srgbClr val="006AC6"/>
                </a:solidFill>
                <a:ea typeface="나눔스퀘어_ac Bold" panose="020B0600000101010101" pitchFamily="50" charset="-127"/>
              </a:rPr>
              <a:t>공통</a:t>
            </a: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solidFill>
                <a:srgbClr val="006AC6"/>
              </a:solidFill>
              <a:ea typeface="나눔스퀘어_ac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A12462-D03E-4F84-9840-063E9EC74D19}"/>
              </a:ext>
            </a:extLst>
          </p:cNvPr>
          <p:cNvSpPr txBox="1"/>
          <p:nvPr/>
        </p:nvSpPr>
        <p:spPr>
          <a:xfrm>
            <a:off x="1055688" y="738530"/>
            <a:ext cx="31624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Table of Contents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13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CE66-9315-304D-831B-6223833C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2FA05E-C8B4-8B3D-FA17-7FE95CE479B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7F278CC-DB11-D1EC-4BAF-B784603F8D4F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C01171-63A2-9D83-3574-C90C8ED7C0AB}"/>
              </a:ext>
            </a:extLst>
          </p:cNvPr>
          <p:cNvSpPr txBox="1"/>
          <p:nvPr/>
        </p:nvSpPr>
        <p:spPr>
          <a:xfrm>
            <a:off x="9509760" y="1018651"/>
            <a:ext cx="2521373" cy="4111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Form id</a:t>
            </a:r>
            <a:r>
              <a:rPr lang="ko-KR" altLang="en-US" sz="1000" b="1" dirty="0">
                <a:solidFill>
                  <a:srgbClr val="333333"/>
                </a:solidFill>
              </a:rPr>
              <a:t> 변경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파일 명과 동일하게 수정.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공통 버튼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공통 버튼으로 사용되는 컴포넌트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ko-KR" altLang="en-US" sz="1000" dirty="0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onclick </a:t>
            </a:r>
            <a:r>
              <a:rPr lang="ko-KR" altLang="en-US" sz="1000" dirty="0">
                <a:solidFill>
                  <a:srgbClr val="333333"/>
                </a:solidFill>
              </a:rPr>
              <a:t>이벤트는 공통 버튼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함수 명으로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공통 버튼 목록 및 함수 명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1. </a:t>
            </a:r>
            <a:r>
              <a:rPr lang="ko-KR" altLang="en-US" sz="1000" dirty="0">
                <a:solidFill>
                  <a:srgbClr val="333333"/>
                </a:solidFill>
              </a:rPr>
              <a:t>조회</a:t>
            </a:r>
            <a:r>
              <a:rPr lang="en-US" altLang="ko-KR" sz="1000" dirty="0">
                <a:solidFill>
                  <a:srgbClr val="333333"/>
                </a:solidFill>
              </a:rPr>
              <a:t>(Search,</a:t>
            </a:r>
            <a:r>
              <a:rPr lang="ko-KR" altLang="en-US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>
                <a:solidFill>
                  <a:srgbClr val="333333"/>
                </a:solidFill>
              </a:rPr>
              <a:t>Inquiry) – </a:t>
            </a:r>
            <a:r>
              <a:rPr lang="en-US" altLang="ko-KR" sz="1000" dirty="0" err="1">
                <a:solidFill>
                  <a:srgbClr val="333333"/>
                </a:solidFill>
              </a:rPr>
              <a:t>fnSearch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2. </a:t>
            </a:r>
            <a:r>
              <a:rPr lang="ko-KR" altLang="en-US" sz="1000" dirty="0">
                <a:solidFill>
                  <a:srgbClr val="333333"/>
                </a:solidFill>
              </a:rPr>
              <a:t>신규</a:t>
            </a:r>
            <a:r>
              <a:rPr lang="en-US" altLang="ko-KR" sz="1000" dirty="0">
                <a:solidFill>
                  <a:srgbClr val="333333"/>
                </a:solidFill>
              </a:rPr>
              <a:t>(New) – </a:t>
            </a:r>
            <a:r>
              <a:rPr lang="en-US" altLang="ko-KR" sz="1000" dirty="0" err="1">
                <a:solidFill>
                  <a:srgbClr val="333333"/>
                </a:solidFill>
              </a:rPr>
              <a:t>fnAdd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en-US" altLang="ko-KR" sz="1000" dirty="0" err="1">
                <a:solidFill>
                  <a:srgbClr val="333333"/>
                </a:solidFill>
              </a:rPr>
              <a:t>fnAddRow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3. </a:t>
            </a:r>
            <a:r>
              <a:rPr lang="ko-KR" altLang="en-US" sz="1000" dirty="0">
                <a:solidFill>
                  <a:srgbClr val="333333"/>
                </a:solidFill>
              </a:rPr>
              <a:t>삭제</a:t>
            </a:r>
            <a:r>
              <a:rPr lang="en-US" altLang="ko-KR" sz="1000" dirty="0">
                <a:solidFill>
                  <a:srgbClr val="333333"/>
                </a:solidFill>
              </a:rPr>
              <a:t>(Delete) – </a:t>
            </a:r>
            <a:r>
              <a:rPr lang="en-US" altLang="ko-KR" sz="1000" dirty="0" err="1">
                <a:solidFill>
                  <a:srgbClr val="333333"/>
                </a:solidFill>
              </a:rPr>
              <a:t>fnDel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en-US" altLang="ko-KR" sz="1000" dirty="0" err="1">
                <a:solidFill>
                  <a:srgbClr val="333333"/>
                </a:solidFill>
              </a:rPr>
              <a:t>fnDelRow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4. </a:t>
            </a:r>
            <a:r>
              <a:rPr lang="ko-KR" altLang="en-US" sz="1000" dirty="0">
                <a:solidFill>
                  <a:srgbClr val="333333"/>
                </a:solidFill>
              </a:rPr>
              <a:t>저장</a:t>
            </a:r>
            <a:r>
              <a:rPr lang="en-US" altLang="ko-KR" sz="1000" dirty="0">
                <a:solidFill>
                  <a:srgbClr val="333333"/>
                </a:solidFill>
              </a:rPr>
              <a:t>(Save) - </a:t>
            </a:r>
            <a:r>
              <a:rPr lang="en-US" altLang="ko-KR" sz="1000" dirty="0" err="1">
                <a:solidFill>
                  <a:srgbClr val="333333"/>
                </a:solidFill>
              </a:rPr>
              <a:t>fnSave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5. </a:t>
            </a:r>
            <a:r>
              <a:rPr lang="ko-KR" altLang="en-US" sz="1000" dirty="0">
                <a:solidFill>
                  <a:srgbClr val="333333"/>
                </a:solidFill>
              </a:rPr>
              <a:t>결재</a:t>
            </a:r>
            <a:r>
              <a:rPr lang="en-US" altLang="ko-KR" sz="1000" dirty="0">
                <a:solidFill>
                  <a:srgbClr val="333333"/>
                </a:solidFill>
              </a:rPr>
              <a:t>(Approve) - </a:t>
            </a:r>
            <a:r>
              <a:rPr lang="en-US" altLang="ko-KR" sz="1000" dirty="0" err="1">
                <a:solidFill>
                  <a:srgbClr val="333333"/>
                </a:solidFill>
              </a:rPr>
              <a:t>fnApprove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6. </a:t>
            </a:r>
            <a:r>
              <a:rPr lang="ko-KR" altLang="en-US" sz="1000" dirty="0">
                <a:solidFill>
                  <a:srgbClr val="333333"/>
                </a:solidFill>
              </a:rPr>
              <a:t>상세</a:t>
            </a:r>
            <a:r>
              <a:rPr lang="en-US" altLang="ko-KR" sz="1000" dirty="0">
                <a:solidFill>
                  <a:srgbClr val="333333"/>
                </a:solidFill>
              </a:rPr>
              <a:t>(Detail) - </a:t>
            </a:r>
            <a:r>
              <a:rPr lang="en-US" altLang="ko-KR" sz="1000" dirty="0" err="1">
                <a:solidFill>
                  <a:srgbClr val="333333"/>
                </a:solidFill>
              </a:rPr>
              <a:t>fnDetail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7. </a:t>
            </a:r>
            <a:r>
              <a:rPr lang="ko-KR" altLang="en-US" sz="1000" dirty="0">
                <a:solidFill>
                  <a:srgbClr val="333333"/>
                </a:solidFill>
              </a:rPr>
              <a:t>프린트</a:t>
            </a:r>
            <a:r>
              <a:rPr lang="en-US" altLang="ko-KR" sz="1000" dirty="0">
                <a:solidFill>
                  <a:srgbClr val="333333"/>
                </a:solidFill>
              </a:rPr>
              <a:t>(Print) - </a:t>
            </a:r>
            <a:r>
              <a:rPr lang="en-US" altLang="ko-KR" sz="1000" dirty="0" err="1">
                <a:solidFill>
                  <a:srgbClr val="333333"/>
                </a:solidFill>
              </a:rPr>
              <a:t>fnPrint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8. </a:t>
            </a:r>
            <a:r>
              <a:rPr lang="ko-KR" altLang="en-US" sz="1000" dirty="0">
                <a:solidFill>
                  <a:srgbClr val="333333"/>
                </a:solidFill>
              </a:rPr>
              <a:t>엑셀</a:t>
            </a:r>
            <a:r>
              <a:rPr lang="en-US" altLang="ko-KR" sz="1000" dirty="0">
                <a:solidFill>
                  <a:srgbClr val="333333"/>
                </a:solidFill>
              </a:rPr>
              <a:t>(Excel) - </a:t>
            </a:r>
            <a:r>
              <a:rPr lang="en-US" altLang="ko-KR" sz="1000" dirty="0" err="1">
                <a:solidFill>
                  <a:srgbClr val="333333"/>
                </a:solidFill>
              </a:rPr>
              <a:t>fnExcel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9. </a:t>
            </a:r>
            <a:r>
              <a:rPr lang="ko-KR" altLang="en-US" sz="1000" dirty="0">
                <a:solidFill>
                  <a:srgbClr val="333333"/>
                </a:solidFill>
              </a:rPr>
              <a:t>닫기</a:t>
            </a:r>
            <a:r>
              <a:rPr lang="en-US" altLang="ko-KR" sz="1000" dirty="0">
                <a:solidFill>
                  <a:srgbClr val="333333"/>
                </a:solidFill>
              </a:rPr>
              <a:t>(Close) – </a:t>
            </a:r>
            <a:r>
              <a:rPr lang="en-US" altLang="ko-KR" sz="1000" dirty="0" err="1">
                <a:solidFill>
                  <a:srgbClr val="333333"/>
                </a:solidFill>
              </a:rPr>
              <a:t>fnClose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기능 버튼 색상 </a:t>
            </a:r>
            <a:r>
              <a:rPr lang="en-US" altLang="ko-KR" sz="1000" dirty="0">
                <a:solidFill>
                  <a:srgbClr val="333333"/>
                </a:solidFill>
              </a:rPr>
              <a:t>:</a:t>
            </a:r>
            <a:r>
              <a:rPr lang="ko-KR" altLang="en-US" sz="1000" dirty="0">
                <a:solidFill>
                  <a:srgbClr val="333333"/>
                </a:solidFill>
              </a:rPr>
              <a:t> 회색 테두리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③ 수정 된 화면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60309DBD-0B78-344B-994F-2246876ACE2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9E1EE-9767-4FD6-4D9F-65A4976F242E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1D9E58-DDE9-6AC1-591D-B1FF990CDBF5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45A456D-8965-13FA-C6BB-A003C3787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917" y="1216166"/>
            <a:ext cx="8884403" cy="355026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3B19DE-42F7-BA50-231E-7B14769E918D}"/>
              </a:ext>
            </a:extLst>
          </p:cNvPr>
          <p:cNvSpPr/>
          <p:nvPr/>
        </p:nvSpPr>
        <p:spPr>
          <a:xfrm>
            <a:off x="7238624" y="2061926"/>
            <a:ext cx="372667" cy="14678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11116139-AB1D-649A-68D2-8A0BAF264393}"/>
              </a:ext>
            </a:extLst>
          </p:cNvPr>
          <p:cNvSpPr/>
          <p:nvPr/>
        </p:nvSpPr>
        <p:spPr>
          <a:xfrm>
            <a:off x="7042286" y="183332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D7E7A-BDB6-D27A-F597-6D38FCADEC87}"/>
              </a:ext>
            </a:extLst>
          </p:cNvPr>
          <p:cNvSpPr txBox="1"/>
          <p:nvPr/>
        </p:nvSpPr>
        <p:spPr>
          <a:xfrm>
            <a:off x="313916" y="768314"/>
            <a:ext cx="6614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81BF374-E956-2049-75E4-D035CA503E79}"/>
              </a:ext>
            </a:extLst>
          </p:cNvPr>
          <p:cNvGrpSpPr/>
          <p:nvPr/>
        </p:nvGrpSpPr>
        <p:grpSpPr>
          <a:xfrm>
            <a:off x="5892347" y="2284176"/>
            <a:ext cx="3178175" cy="257175"/>
            <a:chOff x="5892347" y="3053796"/>
            <a:chExt cx="3178175" cy="25717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7232B89-D7E9-19D3-A946-1FA306B7F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2347" y="3053796"/>
              <a:ext cx="3162300" cy="257175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8DBBA4D-450B-5516-334F-FC4D5AB72DC2}"/>
                </a:ext>
              </a:extLst>
            </p:cNvPr>
            <p:cNvSpPr/>
            <p:nvPr/>
          </p:nvSpPr>
          <p:spPr>
            <a:xfrm>
              <a:off x="5908222" y="3060146"/>
              <a:ext cx="3162300" cy="22860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EA7A843-836F-9E5A-C22D-BFE90C2041E7}"/>
              </a:ext>
            </a:extLst>
          </p:cNvPr>
          <p:cNvSpPr/>
          <p:nvPr/>
        </p:nvSpPr>
        <p:spPr>
          <a:xfrm>
            <a:off x="4133474" y="1686541"/>
            <a:ext cx="921126" cy="28703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2317AEB0-3738-5709-EC21-80A355AF7AE5}"/>
              </a:ext>
            </a:extLst>
          </p:cNvPr>
          <p:cNvSpPr/>
          <p:nvPr/>
        </p:nvSpPr>
        <p:spPr>
          <a:xfrm>
            <a:off x="3979067" y="14501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B3BCEF6-4B3B-48A8-E26D-827B876A4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917" y="4162440"/>
            <a:ext cx="8884403" cy="2147811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5762DC1-BD0F-EF89-2A73-6B85916FAF34}"/>
              </a:ext>
            </a:extLst>
          </p:cNvPr>
          <p:cNvSpPr/>
          <p:nvPr/>
        </p:nvSpPr>
        <p:spPr>
          <a:xfrm>
            <a:off x="331094" y="4206240"/>
            <a:ext cx="8867226" cy="208937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1454373C-C421-AC8A-12C0-88DD0F65EE46}"/>
              </a:ext>
            </a:extLst>
          </p:cNvPr>
          <p:cNvSpPr/>
          <p:nvPr/>
        </p:nvSpPr>
        <p:spPr>
          <a:xfrm>
            <a:off x="243658" y="394305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9393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48DE-0304-1F1D-1E69-B455CF78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CAD464-06B6-C9C1-0025-21045684E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99"/>
          <a:stretch>
            <a:fillRect/>
          </a:stretch>
        </p:blipFill>
        <p:spPr>
          <a:xfrm>
            <a:off x="4743074" y="1288505"/>
            <a:ext cx="3430523" cy="17290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DDDD89-0EC6-31A7-7BBB-D4A867F4B16B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12E4020-06CE-EE61-9F47-DEC91B7B6FA9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0DE1F4-4F51-D6BE-15DC-8ED708E6960F}"/>
              </a:ext>
            </a:extLst>
          </p:cNvPr>
          <p:cNvSpPr txBox="1"/>
          <p:nvPr/>
        </p:nvSpPr>
        <p:spPr>
          <a:xfrm>
            <a:off x="9509760" y="1018651"/>
            <a:ext cx="2521373" cy="180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정보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화면 명</a:t>
            </a:r>
            <a:r>
              <a:rPr lang="en-US" altLang="ko-KR" sz="1000" dirty="0">
                <a:solidFill>
                  <a:srgbClr val="333333"/>
                </a:solidFill>
              </a:rPr>
              <a:t>, Menu</a:t>
            </a:r>
            <a:r>
              <a:rPr lang="ko-KR" altLang="en-US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>
                <a:solidFill>
                  <a:srgbClr val="333333"/>
                </a:solidFill>
              </a:rPr>
              <a:t>Path, File Name </a:t>
            </a:r>
            <a:r>
              <a:rPr lang="ko-KR" altLang="en-US" sz="1000" dirty="0">
                <a:solidFill>
                  <a:srgbClr val="333333"/>
                </a:solidFill>
              </a:rPr>
              <a:t>등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정보 입력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공통 버튼 </a:t>
            </a:r>
            <a:r>
              <a:rPr lang="en-US" altLang="ko-KR" sz="1000" b="1" dirty="0">
                <a:solidFill>
                  <a:srgbClr val="333333"/>
                </a:solidFill>
              </a:rPr>
              <a:t>- </a:t>
            </a:r>
            <a:r>
              <a:rPr lang="en-US" altLang="ko-KR" sz="1000" b="1" dirty="0" err="1">
                <a:solidFill>
                  <a:srgbClr val="333333"/>
                </a:solidFill>
              </a:rPr>
              <a:t>fnSearch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공통 버튼 함수명으로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Parameter</a:t>
            </a:r>
            <a:r>
              <a:rPr lang="ko-KR" altLang="en-US" sz="1000" dirty="0">
                <a:solidFill>
                  <a:srgbClr val="333333"/>
                </a:solidFill>
              </a:rPr>
              <a:t>의 </a:t>
            </a:r>
            <a:r>
              <a:rPr lang="en-US" altLang="ko-KR" sz="1000" dirty="0" err="1">
                <a:solidFill>
                  <a:srgbClr val="333333"/>
                </a:solidFill>
              </a:rPr>
              <a:t>take.nvl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함수 사용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Url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정보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조회 시 </a:t>
            </a:r>
            <a:r>
              <a:rPr lang="en-US" altLang="ko-KR" sz="1000" dirty="0">
                <a:solidFill>
                  <a:srgbClr val="333333"/>
                </a:solidFill>
              </a:rPr>
              <a:t>Dataset </a:t>
            </a:r>
            <a:r>
              <a:rPr lang="en-US" altLang="ko-KR" sz="1000" dirty="0" err="1">
                <a:solidFill>
                  <a:srgbClr val="333333"/>
                </a:solidFill>
              </a:rPr>
              <a:t>clearData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D74FDE0D-4675-B769-E23B-D64BDF2D39B9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E166DB-07B7-094D-A21F-4C91A7797A74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BE70C6-E633-AFBE-C992-DC2C0E1D3910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410C787-24D1-F518-DCCA-749EADE0C4AA}"/>
              </a:ext>
            </a:extLst>
          </p:cNvPr>
          <p:cNvGrpSpPr/>
          <p:nvPr/>
        </p:nvGrpSpPr>
        <p:grpSpPr>
          <a:xfrm>
            <a:off x="1280795" y="1288507"/>
            <a:ext cx="3448484" cy="1729014"/>
            <a:chOff x="434975" y="1280887"/>
            <a:chExt cx="3448484" cy="172901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27301D-76BF-14E8-BCE8-F64EE364D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299"/>
            <a:stretch>
              <a:fillRect/>
            </a:stretch>
          </p:blipFill>
          <p:spPr>
            <a:xfrm>
              <a:off x="434975" y="1280887"/>
              <a:ext cx="3448484" cy="1729014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660EE6C-6E45-9D5E-DF33-608A5C7DA955}"/>
                </a:ext>
              </a:extLst>
            </p:cNvPr>
            <p:cNvSpPr/>
            <p:nvPr/>
          </p:nvSpPr>
          <p:spPr>
            <a:xfrm>
              <a:off x="451790" y="1376791"/>
              <a:ext cx="3198190" cy="1572149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3748644C-E0BD-A0C1-BD69-E69B830A58FB}"/>
              </a:ext>
            </a:extLst>
          </p:cNvPr>
          <p:cNvSpPr/>
          <p:nvPr/>
        </p:nvSpPr>
        <p:spPr>
          <a:xfrm>
            <a:off x="1023925" y="131166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CA04D3-B9FC-58DA-9A1D-A37DAACCAA52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0EC9CAF-75EE-FC41-4C69-39CCF8A52B09}"/>
              </a:ext>
            </a:extLst>
          </p:cNvPr>
          <p:cNvSpPr/>
          <p:nvPr/>
        </p:nvSpPr>
        <p:spPr>
          <a:xfrm>
            <a:off x="4743074" y="1381741"/>
            <a:ext cx="3257926" cy="157481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BF93D0F9-CCBD-8A3F-568E-028E8E582C06}"/>
              </a:ext>
            </a:extLst>
          </p:cNvPr>
          <p:cNvSpPr/>
          <p:nvPr/>
        </p:nvSpPr>
        <p:spPr>
          <a:xfrm>
            <a:off x="357958" y="306189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E64134D-829A-C36F-D3E4-7E7422618F66}"/>
              </a:ext>
            </a:extLst>
          </p:cNvPr>
          <p:cNvGrpSpPr/>
          <p:nvPr/>
        </p:nvGrpSpPr>
        <p:grpSpPr>
          <a:xfrm>
            <a:off x="434973" y="3334872"/>
            <a:ext cx="8801965" cy="1251644"/>
            <a:chOff x="6567700" y="3052314"/>
            <a:chExt cx="6182776" cy="87919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3DB603B-D521-40E3-0C7B-246160956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1" y="3053796"/>
              <a:ext cx="6182775" cy="877712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8D94E23-40B2-4F96-D318-46999CD92F76}"/>
                </a:ext>
              </a:extLst>
            </p:cNvPr>
            <p:cNvSpPr/>
            <p:nvPr/>
          </p:nvSpPr>
          <p:spPr>
            <a:xfrm>
              <a:off x="6567700" y="3052314"/>
              <a:ext cx="6080125" cy="87771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314C4D7-3272-7246-A334-B384DD473F59}"/>
              </a:ext>
            </a:extLst>
          </p:cNvPr>
          <p:cNvGrpSpPr/>
          <p:nvPr/>
        </p:nvGrpSpPr>
        <p:grpSpPr>
          <a:xfrm>
            <a:off x="434970" y="4656207"/>
            <a:ext cx="8747130" cy="1559467"/>
            <a:chOff x="6567699" y="3052314"/>
            <a:chExt cx="4981670" cy="88814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69750A83-4D3F-D480-E872-0B64C5E39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9" y="3068371"/>
              <a:ext cx="4981670" cy="872092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9515E1C-6A87-CCD6-1495-3B1D195B065E}"/>
                </a:ext>
              </a:extLst>
            </p:cNvPr>
            <p:cNvSpPr/>
            <p:nvPr/>
          </p:nvSpPr>
          <p:spPr>
            <a:xfrm>
              <a:off x="6567701" y="3052314"/>
              <a:ext cx="4929671" cy="87771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96B202E-8FF7-A3E1-2197-1DEFA014DB23}"/>
              </a:ext>
            </a:extLst>
          </p:cNvPr>
          <p:cNvSpPr/>
          <p:nvPr/>
        </p:nvSpPr>
        <p:spPr>
          <a:xfrm>
            <a:off x="654671" y="5149288"/>
            <a:ext cx="465469" cy="1770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5100E2D-1638-733E-8DF3-36018EFAC9B7}"/>
              </a:ext>
            </a:extLst>
          </p:cNvPr>
          <p:cNvSpPr/>
          <p:nvPr/>
        </p:nvSpPr>
        <p:spPr>
          <a:xfrm>
            <a:off x="1127578" y="5282009"/>
            <a:ext cx="3368222" cy="3900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D78954F-5C4F-4F7D-5C08-97B229B60B96}"/>
              </a:ext>
            </a:extLst>
          </p:cNvPr>
          <p:cNvSpPr/>
          <p:nvPr/>
        </p:nvSpPr>
        <p:spPr>
          <a:xfrm>
            <a:off x="3005037" y="5913852"/>
            <a:ext cx="2082154" cy="12891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BDC7186-1DA3-1B45-C75E-FEC9E54D4378}"/>
              </a:ext>
            </a:extLst>
          </p:cNvPr>
          <p:cNvSpPr/>
          <p:nvPr/>
        </p:nvSpPr>
        <p:spPr>
          <a:xfrm>
            <a:off x="1120140" y="3615128"/>
            <a:ext cx="2955470" cy="63184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3D0BBBD-B025-9870-3D94-12A75E5F8D05}"/>
              </a:ext>
            </a:extLst>
          </p:cNvPr>
          <p:cNvSpPr/>
          <p:nvPr/>
        </p:nvSpPr>
        <p:spPr>
          <a:xfrm>
            <a:off x="672756" y="3491737"/>
            <a:ext cx="964455" cy="12128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FE30D24-3316-0E34-C26B-D07705FF88EA}"/>
              </a:ext>
            </a:extLst>
          </p:cNvPr>
          <p:cNvSpPr/>
          <p:nvPr/>
        </p:nvSpPr>
        <p:spPr>
          <a:xfrm>
            <a:off x="3005037" y="4256021"/>
            <a:ext cx="2082154" cy="15419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7C5C5DE-F32C-6EE8-E132-DFC789DF479D}"/>
              </a:ext>
            </a:extLst>
          </p:cNvPr>
          <p:cNvSpPr/>
          <p:nvPr/>
        </p:nvSpPr>
        <p:spPr>
          <a:xfrm>
            <a:off x="654671" y="5769932"/>
            <a:ext cx="2082154" cy="15419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1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D7035-7882-D27C-70FA-25D99F4C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FD368C4E-6E95-A1AB-CA7A-6C5822BEDC1C}"/>
              </a:ext>
            </a:extLst>
          </p:cNvPr>
          <p:cNvGrpSpPr/>
          <p:nvPr/>
        </p:nvGrpSpPr>
        <p:grpSpPr>
          <a:xfrm>
            <a:off x="434970" y="1533256"/>
            <a:ext cx="8649973" cy="607372"/>
            <a:chOff x="6567700" y="3051554"/>
            <a:chExt cx="6076012" cy="42663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F439CEF-ADC8-E2BC-E5AA-B470461CA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051554"/>
              <a:ext cx="3126003" cy="413578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62958D7-BB9D-C821-E931-59B414FC9D81}"/>
                </a:ext>
              </a:extLst>
            </p:cNvPr>
            <p:cNvSpPr/>
            <p:nvPr/>
          </p:nvSpPr>
          <p:spPr>
            <a:xfrm>
              <a:off x="6567700" y="3052315"/>
              <a:ext cx="6076012" cy="425876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20B806D-0871-FADF-6B8D-AE63FDE3E532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825B19A-8662-0C97-F9B4-64AD9F54BDD6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F9DE21-1AD0-5C05-9CAB-EC0D7C230BC0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공통 버튼 </a:t>
            </a:r>
            <a:r>
              <a:rPr lang="en-US" altLang="ko-KR" sz="1000" b="1" dirty="0">
                <a:solidFill>
                  <a:srgbClr val="333333"/>
                </a:solidFill>
              </a:rPr>
              <a:t>-</a:t>
            </a:r>
            <a:r>
              <a:rPr lang="ko-KR" altLang="en-US" sz="1000" b="1" dirty="0">
                <a:solidFill>
                  <a:srgbClr val="333333"/>
                </a:solidFill>
              </a:rPr>
              <a:t> </a:t>
            </a:r>
            <a:r>
              <a:rPr lang="en-US" altLang="ko-KR" sz="1000" b="1" dirty="0">
                <a:solidFill>
                  <a:srgbClr val="333333"/>
                </a:solidFill>
              </a:rPr>
              <a:t>Close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공통 버튼에서 동작할 수 있게</a:t>
            </a:r>
            <a:r>
              <a:rPr lang="en-US" altLang="ko-KR" sz="1000" dirty="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en-US" altLang="ko-KR" sz="1000" dirty="0" err="1">
                <a:solidFill>
                  <a:srgbClr val="333333"/>
                </a:solidFill>
              </a:rPr>
              <a:t>fnClose</a:t>
            </a:r>
            <a:r>
              <a:rPr lang="ko-KR" altLang="en-US" sz="1000" dirty="0">
                <a:solidFill>
                  <a:srgbClr val="333333"/>
                </a:solidFill>
              </a:rPr>
              <a:t>로 </a:t>
            </a:r>
            <a:r>
              <a:rPr lang="ko-KR" altLang="en-US" sz="1000" dirty="0" err="1">
                <a:solidFill>
                  <a:srgbClr val="333333"/>
                </a:solidFill>
              </a:rPr>
              <a:t>함수명</a:t>
            </a:r>
            <a:r>
              <a:rPr lang="ko-KR" altLang="en-US" sz="1000" dirty="0">
                <a:solidFill>
                  <a:srgbClr val="333333"/>
                </a:solidFill>
              </a:rPr>
              <a:t> 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전역 변수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 </a:t>
            </a:r>
            <a:r>
              <a:rPr lang="en-US" altLang="ko-KR" sz="1000" dirty="0" err="1">
                <a:solidFill>
                  <a:srgbClr val="333333"/>
                </a:solidFill>
              </a:rPr>
              <a:t>UXBooster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개발 </a:t>
            </a:r>
            <a:r>
              <a:rPr lang="en-US" altLang="ko-KR" sz="1000" dirty="0">
                <a:solidFill>
                  <a:srgbClr val="333333"/>
                </a:solidFill>
              </a:rPr>
              <a:t>Form</a:t>
            </a:r>
            <a:r>
              <a:rPr lang="ko-KR" altLang="en-US" sz="1000" dirty="0">
                <a:solidFill>
                  <a:srgbClr val="333333"/>
                </a:solidFill>
              </a:rPr>
              <a:t>에 맞게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ko-KR" altLang="en-US" sz="1000" dirty="0">
                <a:solidFill>
                  <a:srgbClr val="333333"/>
                </a:solidFill>
              </a:rPr>
              <a:t>전역 변수 위치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99495A2F-42BF-30E5-1B41-1F3D554778FB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4977C0-0905-5E22-A9DB-D32F761ED978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F412A-C5B9-5C9C-9A3F-C9F6E39849F5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D7AD54-F1B5-6BB0-17F2-BEB1D4813878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FEBB49C4-E42B-D7E0-F153-221AC0954A83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2603A9C-AE3D-7079-8648-D1FD4F0EFA36}"/>
              </a:ext>
            </a:extLst>
          </p:cNvPr>
          <p:cNvGrpSpPr/>
          <p:nvPr/>
        </p:nvGrpSpPr>
        <p:grpSpPr>
          <a:xfrm>
            <a:off x="429117" y="3551303"/>
            <a:ext cx="4089541" cy="1557921"/>
            <a:chOff x="6564367" y="3052313"/>
            <a:chExt cx="2329078" cy="88726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9CA5E4F-A2AA-5776-3260-50923E211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4367" y="3052313"/>
              <a:ext cx="2329078" cy="887269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EB393D4D-05D0-8A60-E21A-840FCA12636A}"/>
                </a:ext>
              </a:extLst>
            </p:cNvPr>
            <p:cNvSpPr/>
            <p:nvPr/>
          </p:nvSpPr>
          <p:spPr>
            <a:xfrm>
              <a:off x="6567701" y="3052315"/>
              <a:ext cx="2069699" cy="88726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D217850F-292B-D121-829F-BAE1C16ED034}"/>
              </a:ext>
            </a:extLst>
          </p:cNvPr>
          <p:cNvSpPr/>
          <p:nvPr/>
        </p:nvSpPr>
        <p:spPr>
          <a:xfrm>
            <a:off x="357958" y="327410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E13F05-E6AC-CCA9-57C7-A612A95204FC}"/>
              </a:ext>
            </a:extLst>
          </p:cNvPr>
          <p:cNvGrpSpPr/>
          <p:nvPr/>
        </p:nvGrpSpPr>
        <p:grpSpPr>
          <a:xfrm>
            <a:off x="429118" y="2301193"/>
            <a:ext cx="8649973" cy="597502"/>
            <a:chOff x="6567701" y="3052314"/>
            <a:chExt cx="6076012" cy="41970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E2C9C66-385C-0A89-8696-35CC7B7F2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8004" y="3058440"/>
              <a:ext cx="3126003" cy="413577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DDE4FAB-9FBC-5598-31B7-13988C43BAC6}"/>
                </a:ext>
              </a:extLst>
            </p:cNvPr>
            <p:cNvSpPr/>
            <p:nvPr/>
          </p:nvSpPr>
          <p:spPr>
            <a:xfrm>
              <a:off x="6567701" y="3052314"/>
              <a:ext cx="6076012" cy="419704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03BD0C9-F65A-9D4B-01DB-6AD264F99E61}"/>
              </a:ext>
            </a:extLst>
          </p:cNvPr>
          <p:cNvSpPr/>
          <p:nvPr/>
        </p:nvSpPr>
        <p:spPr>
          <a:xfrm>
            <a:off x="709293" y="2309912"/>
            <a:ext cx="448947" cy="18182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3CE5FEF-BEAC-D333-2436-85AB7496F7B2}"/>
              </a:ext>
            </a:extLst>
          </p:cNvPr>
          <p:cNvSpPr/>
          <p:nvPr/>
        </p:nvSpPr>
        <p:spPr>
          <a:xfrm>
            <a:off x="701673" y="2568992"/>
            <a:ext cx="944247" cy="2092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72FA54E-A9A1-8D7A-2CAB-0C93D3233812}"/>
              </a:ext>
            </a:extLst>
          </p:cNvPr>
          <p:cNvGrpSpPr/>
          <p:nvPr/>
        </p:nvGrpSpPr>
        <p:grpSpPr>
          <a:xfrm>
            <a:off x="4175758" y="3551304"/>
            <a:ext cx="4089541" cy="1557917"/>
            <a:chOff x="6564367" y="3052315"/>
            <a:chExt cx="2329078" cy="88726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452C77C-4681-8676-9477-1BF159FCC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4367" y="3208622"/>
              <a:ext cx="2329078" cy="574651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21CA8C64-C38C-7C98-E6DC-D04122AE536F}"/>
                </a:ext>
              </a:extLst>
            </p:cNvPr>
            <p:cNvSpPr/>
            <p:nvPr/>
          </p:nvSpPr>
          <p:spPr>
            <a:xfrm>
              <a:off x="6567701" y="3052315"/>
              <a:ext cx="2069699" cy="88726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4219AC8-8FEB-7AE9-FF95-AD78FBCA0D72}"/>
              </a:ext>
            </a:extLst>
          </p:cNvPr>
          <p:cNvSpPr/>
          <p:nvPr/>
        </p:nvSpPr>
        <p:spPr>
          <a:xfrm>
            <a:off x="461642" y="4082548"/>
            <a:ext cx="944247" cy="2092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64BAE1-7787-38CB-E668-F880120ECEB2}"/>
              </a:ext>
            </a:extLst>
          </p:cNvPr>
          <p:cNvSpPr/>
          <p:nvPr/>
        </p:nvSpPr>
        <p:spPr>
          <a:xfrm>
            <a:off x="4161236" y="4520902"/>
            <a:ext cx="944247" cy="2092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42C87FA-0059-A0C8-D08F-C7A84ED3462F}"/>
              </a:ext>
            </a:extLst>
          </p:cNvPr>
          <p:cNvSpPr/>
          <p:nvPr/>
        </p:nvSpPr>
        <p:spPr>
          <a:xfrm>
            <a:off x="709293" y="1555981"/>
            <a:ext cx="910501" cy="15960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1652D57-D222-2E5C-5F13-2BF152456672}"/>
              </a:ext>
            </a:extLst>
          </p:cNvPr>
          <p:cNvSpPr/>
          <p:nvPr/>
        </p:nvSpPr>
        <p:spPr>
          <a:xfrm>
            <a:off x="702989" y="1823489"/>
            <a:ext cx="910501" cy="15960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210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6698-49FA-F44C-7844-C43518D7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D1E0CBFB-425B-E7D3-2F7D-18D2E9706C4F}"/>
              </a:ext>
            </a:extLst>
          </p:cNvPr>
          <p:cNvGrpSpPr/>
          <p:nvPr/>
        </p:nvGrpSpPr>
        <p:grpSpPr>
          <a:xfrm>
            <a:off x="434970" y="1525258"/>
            <a:ext cx="8655827" cy="1258611"/>
            <a:chOff x="6567700" y="3045937"/>
            <a:chExt cx="6080124" cy="88408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392773C-7900-1536-1CA4-70F01135D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45937"/>
              <a:ext cx="4155696" cy="877712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3E00046-9CA3-2E1D-BB5F-2BC023BDBAA2}"/>
                </a:ext>
              </a:extLst>
            </p:cNvPr>
            <p:cNvSpPr/>
            <p:nvPr/>
          </p:nvSpPr>
          <p:spPr>
            <a:xfrm>
              <a:off x="6567700" y="3052314"/>
              <a:ext cx="6080124" cy="87771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5895161-1B94-AD6B-0FA3-0D199AB54745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B80CD18-5213-775D-18CE-FF3B70811A84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6C8BE6-29E2-9920-941A-30150733E6D7}"/>
              </a:ext>
            </a:extLst>
          </p:cNvPr>
          <p:cNvSpPr txBox="1"/>
          <p:nvPr/>
        </p:nvSpPr>
        <p:spPr>
          <a:xfrm>
            <a:off x="9509760" y="1018651"/>
            <a:ext cx="2521373" cy="161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async/await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③의 </a:t>
            </a:r>
            <a:r>
              <a:rPr lang="en-US" altLang="ko-KR" sz="1000" dirty="0">
                <a:solidFill>
                  <a:srgbClr val="333333"/>
                </a:solidFill>
              </a:rPr>
              <a:t>com.js </a:t>
            </a:r>
            <a:r>
              <a:rPr lang="ko-KR" altLang="en-US" sz="1000" dirty="0">
                <a:solidFill>
                  <a:srgbClr val="333333"/>
                </a:solidFill>
              </a:rPr>
              <a:t>파일의 </a:t>
            </a:r>
            <a:r>
              <a:rPr lang="en-US" altLang="ko-KR" sz="1000" dirty="0">
                <a:solidFill>
                  <a:srgbClr val="333333"/>
                </a:solidFill>
              </a:rPr>
              <a:t>async</a:t>
            </a:r>
            <a:r>
              <a:rPr lang="ko-KR" altLang="en-US" sz="1000" dirty="0">
                <a:solidFill>
                  <a:srgbClr val="333333"/>
                </a:solidFill>
              </a:rPr>
              <a:t>가 추가된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en-US" altLang="ko-KR" sz="1000" dirty="0" err="1">
                <a:solidFill>
                  <a:srgbClr val="333333"/>
                </a:solidFill>
              </a:rPr>
              <a:t>com.commCodeInquiry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함수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사용 시 ①의 함수 이후 </a:t>
            </a:r>
            <a:r>
              <a:rPr lang="en-US" altLang="ko-KR" sz="1000" dirty="0">
                <a:solidFill>
                  <a:srgbClr val="333333"/>
                </a:solidFill>
              </a:rPr>
              <a:t>Script</a:t>
            </a:r>
            <a:r>
              <a:rPr lang="ko-KR" altLang="en-US" sz="1000" dirty="0">
                <a:solidFill>
                  <a:srgbClr val="333333"/>
                </a:solidFill>
              </a:rPr>
              <a:t>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존재 시 ②와 같이 </a:t>
            </a:r>
            <a:r>
              <a:rPr lang="en-US" altLang="ko-KR" sz="1000" dirty="0">
                <a:solidFill>
                  <a:srgbClr val="333333"/>
                </a:solidFill>
              </a:rPr>
              <a:t>async/await</a:t>
            </a:r>
            <a:r>
              <a:rPr lang="ko-KR" altLang="en-US" sz="1000" dirty="0">
                <a:solidFill>
                  <a:srgbClr val="333333"/>
                </a:solidFill>
              </a:rPr>
              <a:t>을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추가하여 동기 처리 가능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공통 함수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33C2F079-DB11-C2B3-9D6D-664F53038901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F959AC-D0A3-765D-B668-A8853DF52BFB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FE5E6-3403-D67A-57F1-A04CC9338BB1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0E4AF-83D9-96E4-968A-9EEE5A141A11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A5FA5D71-CCB5-8938-FFD9-0341AC05DF1B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43CD09-03B2-D8B9-669B-23E66986F644}"/>
              </a:ext>
            </a:extLst>
          </p:cNvPr>
          <p:cNvGrpSpPr/>
          <p:nvPr/>
        </p:nvGrpSpPr>
        <p:grpSpPr>
          <a:xfrm>
            <a:off x="434969" y="4898952"/>
            <a:ext cx="8655830" cy="369210"/>
            <a:chOff x="6567699" y="3052315"/>
            <a:chExt cx="4929673" cy="210273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3AC7EF4-6768-65DC-8A90-551DCB10E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9" y="3052315"/>
              <a:ext cx="3506156" cy="210272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FEC7ADE-6933-DC22-9E4B-743EAC51EB1E}"/>
                </a:ext>
              </a:extLst>
            </p:cNvPr>
            <p:cNvSpPr/>
            <p:nvPr/>
          </p:nvSpPr>
          <p:spPr>
            <a:xfrm>
              <a:off x="6567701" y="3052315"/>
              <a:ext cx="4929671" cy="21027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44567A38-A994-5C83-87E7-2C50E589BDCA}"/>
              </a:ext>
            </a:extLst>
          </p:cNvPr>
          <p:cNvSpPr/>
          <p:nvPr/>
        </p:nvSpPr>
        <p:spPr>
          <a:xfrm>
            <a:off x="357958" y="462175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EC3FB02-7526-6374-A1E7-7A5709CE624E}"/>
              </a:ext>
            </a:extLst>
          </p:cNvPr>
          <p:cNvGrpSpPr/>
          <p:nvPr/>
        </p:nvGrpSpPr>
        <p:grpSpPr>
          <a:xfrm>
            <a:off x="429116" y="2913143"/>
            <a:ext cx="8655827" cy="1480103"/>
            <a:chOff x="6567700" y="3037910"/>
            <a:chExt cx="6080124" cy="103967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D4234BD-E493-1928-AA7C-3BA5CEDEA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8004" y="3037910"/>
              <a:ext cx="4125974" cy="1026065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E2C1CFE-EA1C-8F5F-CD46-CBCAD1C89DB4}"/>
                </a:ext>
              </a:extLst>
            </p:cNvPr>
            <p:cNvSpPr/>
            <p:nvPr/>
          </p:nvSpPr>
          <p:spPr>
            <a:xfrm>
              <a:off x="6567700" y="3052313"/>
              <a:ext cx="6080124" cy="102526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F6C9780-6D94-D50C-E84E-2C3B50B755FD}"/>
              </a:ext>
            </a:extLst>
          </p:cNvPr>
          <p:cNvSpPr/>
          <p:nvPr/>
        </p:nvSpPr>
        <p:spPr>
          <a:xfrm>
            <a:off x="648333" y="3212951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2086BF2-C3D2-367B-FF2D-90B947BD8F67}"/>
              </a:ext>
            </a:extLst>
          </p:cNvPr>
          <p:cNvSpPr/>
          <p:nvPr/>
        </p:nvSpPr>
        <p:spPr>
          <a:xfrm>
            <a:off x="648333" y="4059994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BCEA96D-4E61-3493-AEF7-C4837DBBD421}"/>
              </a:ext>
            </a:extLst>
          </p:cNvPr>
          <p:cNvSpPr/>
          <p:nvPr/>
        </p:nvSpPr>
        <p:spPr>
          <a:xfrm>
            <a:off x="1021713" y="3389434"/>
            <a:ext cx="380367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658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DFF07-9597-5C39-1CA4-8A37CE9B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5E26EF5-1DFF-2FB0-C0CE-D0CD64914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16" y="6029689"/>
            <a:ext cx="7562850" cy="2667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3D5EE084-19C9-A854-78F5-2F77CF77CAF5}"/>
              </a:ext>
            </a:extLst>
          </p:cNvPr>
          <p:cNvGrpSpPr/>
          <p:nvPr/>
        </p:nvGrpSpPr>
        <p:grpSpPr>
          <a:xfrm>
            <a:off x="434970" y="1534334"/>
            <a:ext cx="8655827" cy="1775689"/>
            <a:chOff x="6567700" y="3052313"/>
            <a:chExt cx="6080124" cy="12473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9EF026F-A8E4-4746-165C-513AC4072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052313"/>
              <a:ext cx="4413126" cy="1232936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64C821E-216C-51A0-4B1C-39A1F9ABAE2D}"/>
                </a:ext>
              </a:extLst>
            </p:cNvPr>
            <p:cNvSpPr/>
            <p:nvPr/>
          </p:nvSpPr>
          <p:spPr>
            <a:xfrm>
              <a:off x="6567700" y="3052313"/>
              <a:ext cx="6080124" cy="124730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16CC7F3-92D0-676C-20F7-6664DF2F0E9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12EF960-ADAB-B93F-D70C-F9DE69D5F063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15D238-1033-2F3B-FADD-A4CF97249980}"/>
              </a:ext>
            </a:extLst>
          </p:cNvPr>
          <p:cNvSpPr txBox="1"/>
          <p:nvPr/>
        </p:nvSpPr>
        <p:spPr>
          <a:xfrm>
            <a:off x="9509760" y="1018651"/>
            <a:ext cx="2521373" cy="1803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컴포넌트 이벤트 함수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async/await </a:t>
            </a:r>
            <a:r>
              <a:rPr lang="ko-KR" altLang="en-US" sz="1000" dirty="0">
                <a:solidFill>
                  <a:srgbClr val="333333"/>
                </a:solidFill>
              </a:rPr>
              <a:t>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pThis</a:t>
            </a:r>
            <a:r>
              <a:rPr lang="ko-KR" altLang="en-US" sz="1000" dirty="0">
                <a:solidFill>
                  <a:srgbClr val="333333"/>
                </a:solidFill>
              </a:rPr>
              <a:t>를</a:t>
            </a:r>
            <a:r>
              <a:rPr lang="en-US" altLang="ko-KR" sz="1000" dirty="0">
                <a:solidFill>
                  <a:srgbClr val="333333"/>
                </a:solidFill>
              </a:rPr>
              <a:t> this</a:t>
            </a:r>
            <a:r>
              <a:rPr lang="ko-KR" altLang="en-US" sz="1000" dirty="0">
                <a:solidFill>
                  <a:srgbClr val="333333"/>
                </a:solidFill>
              </a:rPr>
              <a:t>로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com.isEmpty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함수 </a:t>
            </a:r>
            <a:r>
              <a:rPr lang="en-US" altLang="ko-KR" sz="1000" dirty="0">
                <a:solidFill>
                  <a:srgbClr val="333333"/>
                </a:solidFill>
              </a:rPr>
              <a:t>Parameter </a:t>
            </a:r>
            <a:r>
              <a:rPr lang="ko-KR" altLang="en-US" sz="1000" dirty="0">
                <a:solidFill>
                  <a:srgbClr val="333333"/>
                </a:solidFill>
              </a:rPr>
              <a:t>맞게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공통 함수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- </a:t>
            </a:r>
            <a:r>
              <a:rPr lang="en-US" altLang="ko-KR" sz="1000" dirty="0" err="1">
                <a:solidFill>
                  <a:srgbClr val="333333"/>
                </a:solidFill>
              </a:rPr>
              <a:t>isEmpty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- Dialog 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DC14F854-5B5E-DF5D-3F43-A5627AB4E58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FF348-F170-B1B2-9043-B6A72E700C3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C3EB43-1F10-A221-DFD3-CA28B209A2D2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2914F-59F8-1AAD-601D-ED9573B92F90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62386851-3F63-DD0A-21E5-916A6C46C7DD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7DC6F2B-2896-B065-8AA5-F01CB091AD29}"/>
              </a:ext>
            </a:extLst>
          </p:cNvPr>
          <p:cNvGrpSpPr/>
          <p:nvPr/>
        </p:nvGrpSpPr>
        <p:grpSpPr>
          <a:xfrm>
            <a:off x="434972" y="5692827"/>
            <a:ext cx="8655826" cy="581705"/>
            <a:chOff x="6567701" y="3043195"/>
            <a:chExt cx="4929671" cy="33129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6249D0A3-6C4A-E801-141D-1C9A79EB8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8936" y="3043195"/>
              <a:ext cx="1403562" cy="210272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8262BBB-4C6F-63FC-9C87-0CF0EB92B341}"/>
                </a:ext>
              </a:extLst>
            </p:cNvPr>
            <p:cNvSpPr/>
            <p:nvPr/>
          </p:nvSpPr>
          <p:spPr>
            <a:xfrm>
              <a:off x="6567701" y="3052314"/>
              <a:ext cx="4929671" cy="32217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984BF184-6A12-FC6D-2675-34DCA12C00A3}"/>
              </a:ext>
            </a:extLst>
          </p:cNvPr>
          <p:cNvSpPr/>
          <p:nvPr/>
        </p:nvSpPr>
        <p:spPr>
          <a:xfrm>
            <a:off x="357958" y="545622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901EA4A-0587-23CC-1F51-597E30019452}"/>
              </a:ext>
            </a:extLst>
          </p:cNvPr>
          <p:cNvGrpSpPr/>
          <p:nvPr/>
        </p:nvGrpSpPr>
        <p:grpSpPr>
          <a:xfrm>
            <a:off x="429116" y="3358623"/>
            <a:ext cx="8655828" cy="2072669"/>
            <a:chOff x="6567699" y="3051518"/>
            <a:chExt cx="6080125" cy="145590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EABABE0-A1AE-886F-FD82-3CD3A366D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9" y="3051518"/>
              <a:ext cx="4635134" cy="1455908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496BE98-F726-51D0-2D11-2CA439E64745}"/>
                </a:ext>
              </a:extLst>
            </p:cNvPr>
            <p:cNvSpPr/>
            <p:nvPr/>
          </p:nvSpPr>
          <p:spPr>
            <a:xfrm>
              <a:off x="6567700" y="3052313"/>
              <a:ext cx="6080124" cy="145511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6FC52C7-18B7-B40B-5F0D-F9242C5D5388}"/>
              </a:ext>
            </a:extLst>
          </p:cNvPr>
          <p:cNvSpPr/>
          <p:nvPr/>
        </p:nvSpPr>
        <p:spPr>
          <a:xfrm>
            <a:off x="623222" y="3598008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8CB4FCC-113A-9C8A-EFD9-A90D86B9812C}"/>
              </a:ext>
            </a:extLst>
          </p:cNvPr>
          <p:cNvSpPr/>
          <p:nvPr/>
        </p:nvSpPr>
        <p:spPr>
          <a:xfrm>
            <a:off x="586558" y="5119345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4F8A684-873E-F475-DD8C-6196827109A0}"/>
              </a:ext>
            </a:extLst>
          </p:cNvPr>
          <p:cNvSpPr/>
          <p:nvPr/>
        </p:nvSpPr>
        <p:spPr>
          <a:xfrm>
            <a:off x="1400145" y="4383942"/>
            <a:ext cx="380367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E65000A-451A-0D38-3960-4443D526A7E8}"/>
              </a:ext>
            </a:extLst>
          </p:cNvPr>
          <p:cNvSpPr/>
          <p:nvPr/>
        </p:nvSpPr>
        <p:spPr>
          <a:xfrm>
            <a:off x="2238525" y="4383942"/>
            <a:ext cx="380367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8E95583-9DBE-C3AA-A488-115945CBDA9B}"/>
              </a:ext>
            </a:extLst>
          </p:cNvPr>
          <p:cNvSpPr/>
          <p:nvPr/>
        </p:nvSpPr>
        <p:spPr>
          <a:xfrm>
            <a:off x="916591" y="4650433"/>
            <a:ext cx="2714883" cy="12605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4FA3B07-43FF-BFB4-13CF-ADE4A2E2389E}"/>
              </a:ext>
            </a:extLst>
          </p:cNvPr>
          <p:cNvSpPr/>
          <p:nvPr/>
        </p:nvSpPr>
        <p:spPr>
          <a:xfrm>
            <a:off x="881083" y="2640790"/>
            <a:ext cx="3150986" cy="128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017CF36-0BDA-E82F-E1DA-38E8C0B9291D}"/>
              </a:ext>
            </a:extLst>
          </p:cNvPr>
          <p:cNvSpPr/>
          <p:nvPr/>
        </p:nvSpPr>
        <p:spPr>
          <a:xfrm>
            <a:off x="1780512" y="2377632"/>
            <a:ext cx="344379" cy="12767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07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FD33-15F2-CBB3-0A53-9166AB0B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7F969E-311C-C7D1-B5A5-05CBF6AC7F74}"/>
              </a:ext>
            </a:extLst>
          </p:cNvPr>
          <p:cNvGrpSpPr/>
          <p:nvPr/>
        </p:nvGrpSpPr>
        <p:grpSpPr>
          <a:xfrm>
            <a:off x="4797137" y="1493799"/>
            <a:ext cx="4293660" cy="1791404"/>
            <a:chOff x="6567701" y="3023840"/>
            <a:chExt cx="3016001" cy="12583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2C270A3-0D68-57AD-8B8C-8AD08EA75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07601" y="3023840"/>
              <a:ext cx="2222353" cy="1258339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3F087C2-526F-586F-FF60-369F0320469F}"/>
                </a:ext>
              </a:extLst>
            </p:cNvPr>
            <p:cNvSpPr/>
            <p:nvPr/>
          </p:nvSpPr>
          <p:spPr>
            <a:xfrm>
              <a:off x="6567701" y="3052314"/>
              <a:ext cx="3016001" cy="122986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F2B6DE1-009B-CCD7-064A-0897DCA3402C}"/>
              </a:ext>
            </a:extLst>
          </p:cNvPr>
          <p:cNvGrpSpPr/>
          <p:nvPr/>
        </p:nvGrpSpPr>
        <p:grpSpPr>
          <a:xfrm>
            <a:off x="434972" y="1494460"/>
            <a:ext cx="4304669" cy="1791404"/>
            <a:chOff x="6567701" y="3024304"/>
            <a:chExt cx="3023734" cy="125833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6DAAF78-1D76-D2C2-6C6E-8A760E6F9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024304"/>
              <a:ext cx="2997543" cy="1258339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60CCE6A-CC77-35D7-ED77-5E852AA5CF0B}"/>
                </a:ext>
              </a:extLst>
            </p:cNvPr>
            <p:cNvSpPr/>
            <p:nvPr/>
          </p:nvSpPr>
          <p:spPr>
            <a:xfrm>
              <a:off x="6567701" y="3052314"/>
              <a:ext cx="2889922" cy="122986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983E2DA-AAD1-04B6-FFA5-0C770400D78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A65FE43-77BC-A792-D6C8-C22D0012FE1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31316-2A0A-202D-AE7D-6C9053A9FD79}"/>
              </a:ext>
            </a:extLst>
          </p:cNvPr>
          <p:cNvSpPr txBox="1"/>
          <p:nvPr/>
        </p:nvSpPr>
        <p:spPr>
          <a:xfrm>
            <a:off x="9509760" y="1018651"/>
            <a:ext cx="2521373" cy="10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take.formOnLoad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공통 </a:t>
            </a:r>
            <a:r>
              <a:rPr lang="en-US" altLang="ko-KR" sz="1000" dirty="0">
                <a:solidFill>
                  <a:srgbClr val="333333"/>
                </a:solidFill>
              </a:rPr>
              <a:t>Onload.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>
                <a:solidFill>
                  <a:srgbClr val="333333"/>
                </a:solidFill>
              </a:rPr>
              <a:t>Form onload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onload </a:t>
            </a:r>
            <a:r>
              <a:rPr lang="ko-KR" altLang="en-US" sz="1000" dirty="0">
                <a:solidFill>
                  <a:srgbClr val="333333"/>
                </a:solidFill>
              </a:rPr>
              <a:t>이벤트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A583D3D6-F91E-96F5-D9E6-3DD407A4233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8BCCED-0A6E-6E61-59BD-7B9AB629821F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3547D0-D4CB-D462-3DAF-2F6830C32E13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D0B56-CBE4-97ED-69FC-FF08B4E71BF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C9F9E1D9-B9A3-3928-42B6-D8DF0A7F7481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A941653-0E91-C32F-6ED0-ABAE8EDF5F13}"/>
              </a:ext>
            </a:extLst>
          </p:cNvPr>
          <p:cNvGrpSpPr/>
          <p:nvPr/>
        </p:nvGrpSpPr>
        <p:grpSpPr>
          <a:xfrm>
            <a:off x="469224" y="3448445"/>
            <a:ext cx="2715935" cy="2887714"/>
            <a:chOff x="6587207" y="2865535"/>
            <a:chExt cx="1546781" cy="1644618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0DFA870-D8ED-2196-11D0-EC8E95AC9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02365" y="2865535"/>
              <a:ext cx="1531623" cy="1644618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6D499BA-B866-BF7A-A21D-6F6E5BB661F6}"/>
                </a:ext>
              </a:extLst>
            </p:cNvPr>
            <p:cNvSpPr/>
            <p:nvPr/>
          </p:nvSpPr>
          <p:spPr>
            <a:xfrm>
              <a:off x="6587207" y="2870884"/>
              <a:ext cx="1546781" cy="1639269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AB1AE4CD-C8B1-4278-E3B8-D92ABA2F5F64}"/>
              </a:ext>
            </a:extLst>
          </p:cNvPr>
          <p:cNvSpPr/>
          <p:nvPr/>
        </p:nvSpPr>
        <p:spPr>
          <a:xfrm>
            <a:off x="266438" y="334353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813ECE-193C-050C-7B78-B9777CC75574}"/>
              </a:ext>
            </a:extLst>
          </p:cNvPr>
          <p:cNvSpPr/>
          <p:nvPr/>
        </p:nvSpPr>
        <p:spPr>
          <a:xfrm>
            <a:off x="649075" y="2549070"/>
            <a:ext cx="966366" cy="13317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B4EFE93-8D54-3DB4-BF48-A16AED100FE4}"/>
              </a:ext>
            </a:extLst>
          </p:cNvPr>
          <p:cNvSpPr/>
          <p:nvPr/>
        </p:nvSpPr>
        <p:spPr>
          <a:xfrm>
            <a:off x="5019108" y="2484651"/>
            <a:ext cx="380367" cy="1310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B672189-5C8E-06EB-CCB3-0AF11E8C919D}"/>
              </a:ext>
            </a:extLst>
          </p:cNvPr>
          <p:cNvGrpSpPr/>
          <p:nvPr/>
        </p:nvGrpSpPr>
        <p:grpSpPr>
          <a:xfrm>
            <a:off x="3285327" y="4516875"/>
            <a:ext cx="5621346" cy="195808"/>
            <a:chOff x="6602365" y="3661168"/>
            <a:chExt cx="1531623" cy="5335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8AEBEA9-365A-1903-98A2-D16497571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02365" y="3661168"/>
              <a:ext cx="1531623" cy="53351"/>
            </a:xfrm>
            <a:prstGeom prst="rect">
              <a:avLst/>
            </a:prstGeom>
          </p:spPr>
        </p:pic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1BC77C9-2FC0-C340-F676-495687E49F6D}"/>
                </a:ext>
              </a:extLst>
            </p:cNvPr>
            <p:cNvSpPr/>
            <p:nvPr/>
          </p:nvSpPr>
          <p:spPr>
            <a:xfrm>
              <a:off x="6602365" y="3661168"/>
              <a:ext cx="1531623" cy="5335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454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8A66-39BE-2EBD-5F8A-5AD1C136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B4CB031F-CCD7-F580-F3F0-AAD08DBB7931}"/>
              </a:ext>
            </a:extLst>
          </p:cNvPr>
          <p:cNvGrpSpPr/>
          <p:nvPr/>
        </p:nvGrpSpPr>
        <p:grpSpPr>
          <a:xfrm>
            <a:off x="434971" y="1534337"/>
            <a:ext cx="8655826" cy="4773019"/>
            <a:chOff x="6567701" y="3052314"/>
            <a:chExt cx="6080123" cy="335271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A0E5600-B8A5-CD44-A8A6-5F0C812CB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1" y="3052314"/>
              <a:ext cx="6080123" cy="3352719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63BF90C-02C7-42E2-352C-CDBC471879AD}"/>
                </a:ext>
              </a:extLst>
            </p:cNvPr>
            <p:cNvSpPr/>
            <p:nvPr/>
          </p:nvSpPr>
          <p:spPr>
            <a:xfrm>
              <a:off x="6567701" y="3052314"/>
              <a:ext cx="6080123" cy="335271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01CC21F-41ED-63F4-8C65-C5E57B8B97A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5449B30-5BD8-2899-A502-58E4688B96CB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F70C91-4472-31EF-0FB7-9AB3B8B361BD}"/>
              </a:ext>
            </a:extLst>
          </p:cNvPr>
          <p:cNvSpPr txBox="1"/>
          <p:nvPr/>
        </p:nvSpPr>
        <p:spPr>
          <a:xfrm>
            <a:off x="9509760" y="1018651"/>
            <a:ext cx="2521373" cy="276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메뉴 선택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파라미터를 추가할 메뉴 클릭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추가 버튼 클릭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③ 추가 버튼 클릭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④ 파라미터 입력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화면에 불러올 파라미터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Key – Value </a:t>
            </a:r>
            <a:r>
              <a:rPr lang="ko-KR" altLang="en-US" sz="1000" dirty="0">
                <a:solidFill>
                  <a:srgbClr val="333333"/>
                </a:solidFill>
              </a:rPr>
              <a:t>입력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⑤ 확인 버튼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⑥ 저장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9703769-3E20-20F3-E5EF-51C01EA3DAD4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D68A03-AF8F-DB6B-D6FC-E621CCD711D9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E440BA-0FCA-6AE2-1D72-9A4960BBB702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69F1B-E277-85BC-6785-26898DBDD579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FE404641-DBBE-433A-66FA-DE33D0686415}"/>
              </a:ext>
            </a:extLst>
          </p:cNvPr>
          <p:cNvSpPr/>
          <p:nvPr/>
        </p:nvSpPr>
        <p:spPr>
          <a:xfrm>
            <a:off x="472258" y="254308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7B3C02B-8013-F452-BDAE-152C82400FC8}"/>
              </a:ext>
            </a:extLst>
          </p:cNvPr>
          <p:cNvSpPr/>
          <p:nvPr/>
        </p:nvSpPr>
        <p:spPr>
          <a:xfrm>
            <a:off x="472258" y="2851055"/>
            <a:ext cx="1548131" cy="21436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9C026EB-B6D5-4E55-7035-6ABC43B67120}"/>
              </a:ext>
            </a:extLst>
          </p:cNvPr>
          <p:cNvSpPr/>
          <p:nvPr/>
        </p:nvSpPr>
        <p:spPr>
          <a:xfrm>
            <a:off x="8558167" y="3180036"/>
            <a:ext cx="202656" cy="13793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FE055A70-0C18-D2E3-BFD1-51D484C2AD11}"/>
              </a:ext>
            </a:extLst>
          </p:cNvPr>
          <p:cNvSpPr/>
          <p:nvPr/>
        </p:nvSpPr>
        <p:spPr>
          <a:xfrm>
            <a:off x="8443867" y="290236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173347-E52E-F54E-23C7-4B02BDFC6813}"/>
              </a:ext>
            </a:extLst>
          </p:cNvPr>
          <p:cNvSpPr/>
          <p:nvPr/>
        </p:nvSpPr>
        <p:spPr>
          <a:xfrm>
            <a:off x="4582703" y="2583498"/>
            <a:ext cx="302805" cy="15970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C342BB6C-1E29-CC1C-EC98-ED4E649BE8B1}"/>
              </a:ext>
            </a:extLst>
          </p:cNvPr>
          <p:cNvSpPr/>
          <p:nvPr/>
        </p:nvSpPr>
        <p:spPr>
          <a:xfrm>
            <a:off x="4468404" y="230582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25184D3-C2DE-9517-1C44-BFA9F16652E9}"/>
              </a:ext>
            </a:extLst>
          </p:cNvPr>
          <p:cNvSpPr/>
          <p:nvPr/>
        </p:nvSpPr>
        <p:spPr>
          <a:xfrm>
            <a:off x="2760239" y="2905716"/>
            <a:ext cx="2430070" cy="15970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E11ED84B-F69B-8D07-6F75-4A0B18F3C65C}"/>
              </a:ext>
            </a:extLst>
          </p:cNvPr>
          <p:cNvSpPr/>
          <p:nvPr/>
        </p:nvSpPr>
        <p:spPr>
          <a:xfrm>
            <a:off x="2645940" y="262804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8206112-B01B-E651-E2CA-B653E92C7E52}"/>
              </a:ext>
            </a:extLst>
          </p:cNvPr>
          <p:cNvSpPr/>
          <p:nvPr/>
        </p:nvSpPr>
        <p:spPr>
          <a:xfrm>
            <a:off x="4555490" y="5069797"/>
            <a:ext cx="338727" cy="1466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612313D1-9334-43A7-440F-25C2F951541F}"/>
              </a:ext>
            </a:extLst>
          </p:cNvPr>
          <p:cNvSpPr/>
          <p:nvPr/>
        </p:nvSpPr>
        <p:spPr>
          <a:xfrm>
            <a:off x="4354105" y="4783416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CE41C3E-CEE6-A84D-E02E-C8BD6829C47C}"/>
              </a:ext>
            </a:extLst>
          </p:cNvPr>
          <p:cNvSpPr/>
          <p:nvPr/>
        </p:nvSpPr>
        <p:spPr>
          <a:xfrm>
            <a:off x="8203474" y="1750423"/>
            <a:ext cx="426720" cy="13062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452ECDC8-855E-B4C5-24AC-937890C03636}"/>
              </a:ext>
            </a:extLst>
          </p:cNvPr>
          <p:cNvSpPr/>
          <p:nvPr/>
        </p:nvSpPr>
        <p:spPr>
          <a:xfrm>
            <a:off x="8018055" y="1429985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8680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ECE2-79EA-4755-CAB8-12A3B603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3673BDA9-193C-5D45-2E58-8D54FF45A732}"/>
              </a:ext>
            </a:extLst>
          </p:cNvPr>
          <p:cNvGrpSpPr/>
          <p:nvPr/>
        </p:nvGrpSpPr>
        <p:grpSpPr>
          <a:xfrm>
            <a:off x="434971" y="1534337"/>
            <a:ext cx="8655826" cy="1750868"/>
            <a:chOff x="6567701" y="3052314"/>
            <a:chExt cx="6080123" cy="122986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6AFEA5-38D5-E25C-A5C9-3DCD7F686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9198" y="3066325"/>
              <a:ext cx="6058626" cy="1154420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EBE601D-0BD9-1A33-0F58-2DDB7AED7482}"/>
                </a:ext>
              </a:extLst>
            </p:cNvPr>
            <p:cNvSpPr/>
            <p:nvPr/>
          </p:nvSpPr>
          <p:spPr>
            <a:xfrm>
              <a:off x="6567701" y="3052314"/>
              <a:ext cx="6080123" cy="122986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7798A8F-F99D-BC8D-A74C-27B26B65CD7C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B20CBB8-4E72-69BF-D667-E3A102A52053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1F8317-3E86-F601-6037-952558B9BEC9}"/>
              </a:ext>
            </a:extLst>
          </p:cNvPr>
          <p:cNvSpPr txBox="1"/>
          <p:nvPr/>
        </p:nvSpPr>
        <p:spPr>
          <a:xfrm>
            <a:off x="9509760" y="1018651"/>
            <a:ext cx="2521373" cy="122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com.fnAuthButtonControl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메뉴 관리에 추가된 메뉴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파라미터가 있는지 확인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pThis</a:t>
            </a:r>
            <a:r>
              <a:rPr lang="ko-KR" altLang="en-US" sz="1000" dirty="0">
                <a:solidFill>
                  <a:srgbClr val="333333"/>
                </a:solidFill>
              </a:rPr>
              <a:t>를 </a:t>
            </a:r>
            <a:r>
              <a:rPr lang="en-US" altLang="ko-KR" sz="1000" dirty="0">
                <a:solidFill>
                  <a:srgbClr val="333333"/>
                </a:solidFill>
              </a:rPr>
              <a:t>this</a:t>
            </a:r>
            <a:r>
              <a:rPr lang="ko-KR" altLang="en-US" sz="1000" dirty="0">
                <a:solidFill>
                  <a:srgbClr val="333333"/>
                </a:solidFill>
              </a:rPr>
              <a:t>로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CB00776-D4F1-E953-6466-A8BB267D723B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867C21-F94C-2F4E-EF9D-FEB385C96DDD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49A060-086B-959B-F239-A981A65E8886}"/>
              </a:ext>
            </a:extLst>
          </p:cNvPr>
          <p:cNvSpPr txBox="1"/>
          <p:nvPr/>
        </p:nvSpPr>
        <p:spPr>
          <a:xfrm>
            <a:off x="434975" y="194187"/>
            <a:ext cx="216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2C86C4-ED32-5288-2684-26BCEB062A26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4564F406-1D53-4CCD-7933-3B98A9C88311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B0D9E34-AF9A-E113-0D96-9796B0CC1D31}"/>
              </a:ext>
            </a:extLst>
          </p:cNvPr>
          <p:cNvSpPr/>
          <p:nvPr/>
        </p:nvSpPr>
        <p:spPr>
          <a:xfrm>
            <a:off x="495037" y="2189700"/>
            <a:ext cx="5008779" cy="25455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1CE5EFB-254F-B541-2BDE-5D5D795FFECB}"/>
              </a:ext>
            </a:extLst>
          </p:cNvPr>
          <p:cNvSpPr/>
          <p:nvPr/>
        </p:nvSpPr>
        <p:spPr>
          <a:xfrm>
            <a:off x="4679473" y="2854872"/>
            <a:ext cx="4411324" cy="12345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18FD06D-922E-B990-82EF-C6A5F56A6568}"/>
              </a:ext>
            </a:extLst>
          </p:cNvPr>
          <p:cNvGrpSpPr/>
          <p:nvPr/>
        </p:nvGrpSpPr>
        <p:grpSpPr>
          <a:xfrm>
            <a:off x="439325" y="3602628"/>
            <a:ext cx="8655826" cy="1750868"/>
            <a:chOff x="6567701" y="3052314"/>
            <a:chExt cx="6080123" cy="122986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506862A-2DD6-77F4-599A-0B8AC462A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9198" y="3066325"/>
              <a:ext cx="6058626" cy="1154420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A653FE7-8E18-1C73-6254-A99C2AEC422E}"/>
                </a:ext>
              </a:extLst>
            </p:cNvPr>
            <p:cNvSpPr/>
            <p:nvPr/>
          </p:nvSpPr>
          <p:spPr>
            <a:xfrm>
              <a:off x="6567701" y="3052314"/>
              <a:ext cx="6080123" cy="122986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5ADC644-C128-716D-01C8-31FDAD616642}"/>
              </a:ext>
            </a:extLst>
          </p:cNvPr>
          <p:cNvSpPr/>
          <p:nvPr/>
        </p:nvSpPr>
        <p:spPr>
          <a:xfrm>
            <a:off x="586559" y="4243783"/>
            <a:ext cx="2191476" cy="27596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AE73F02-558B-9C29-6BF0-778858CFAA2B}"/>
              </a:ext>
            </a:extLst>
          </p:cNvPr>
          <p:cNvSpPr/>
          <p:nvPr/>
        </p:nvSpPr>
        <p:spPr>
          <a:xfrm>
            <a:off x="590672" y="4837172"/>
            <a:ext cx="4320962" cy="27596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062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9170-5960-24E0-D0ED-6A03D4EF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2B713A6B-DAE9-A152-DB88-58F80DD75DCA}"/>
              </a:ext>
            </a:extLst>
          </p:cNvPr>
          <p:cNvGrpSpPr/>
          <p:nvPr/>
        </p:nvGrpSpPr>
        <p:grpSpPr>
          <a:xfrm>
            <a:off x="331334" y="1534337"/>
            <a:ext cx="3221766" cy="1092757"/>
            <a:chOff x="6494902" y="3052314"/>
            <a:chExt cx="2263069" cy="76758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702D9D5-46A3-9969-CEE4-56B145CED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94902" y="3058075"/>
              <a:ext cx="2263069" cy="761826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903B90D-2473-CD4B-39D9-7E73CF0A4544}"/>
                </a:ext>
              </a:extLst>
            </p:cNvPr>
            <p:cNvSpPr/>
            <p:nvPr/>
          </p:nvSpPr>
          <p:spPr>
            <a:xfrm>
              <a:off x="6567701" y="3052314"/>
              <a:ext cx="1853824" cy="76758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789EEAD-9D39-D4C1-2534-2104B6F2AEFA}"/>
              </a:ext>
            </a:extLst>
          </p:cNvPr>
          <p:cNvGrpSpPr/>
          <p:nvPr/>
        </p:nvGrpSpPr>
        <p:grpSpPr>
          <a:xfrm>
            <a:off x="3257007" y="1542539"/>
            <a:ext cx="3657598" cy="1107463"/>
            <a:chOff x="3673935" y="2412297"/>
            <a:chExt cx="3095625" cy="937306"/>
          </a:xfrm>
        </p:grpSpPr>
        <p:pic>
          <p:nvPicPr>
            <p:cNvPr id="19" name="그림 18" descr="텍스트, 폰트, 스크린샷, 라인이(가) 표시된 사진">
              <a:extLst>
                <a:ext uri="{FF2B5EF4-FFF2-40B4-BE49-F238E27FC236}">
                  <a16:creationId xmlns:a16="http://schemas.microsoft.com/office/drawing/2014/main" id="{B3085E9B-3D2A-3B5B-D18D-1D431F6CF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3935" y="2435203"/>
              <a:ext cx="3095625" cy="914400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B431B8C-8456-4941-90C9-DEC00E3F4B23}"/>
                </a:ext>
              </a:extLst>
            </p:cNvPr>
            <p:cNvSpPr/>
            <p:nvPr/>
          </p:nvSpPr>
          <p:spPr>
            <a:xfrm>
              <a:off x="3705500" y="2412297"/>
              <a:ext cx="2982683" cy="91371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A57ECA3-4CCA-C6DB-E9D5-5214D062FBCC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A8D1D56-3FA3-062C-A382-85D3B089A197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5456CB-905F-91DE-619D-C3D17EE6C76D}"/>
              </a:ext>
            </a:extLst>
          </p:cNvPr>
          <p:cNvSpPr txBox="1"/>
          <p:nvPr/>
        </p:nvSpPr>
        <p:spPr>
          <a:xfrm>
            <a:off x="9509760" y="1018651"/>
            <a:ext cx="2521373" cy="238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공통 버튼 </a:t>
            </a:r>
            <a:r>
              <a:rPr lang="en-US" altLang="ko-KR" sz="1000" b="1" dirty="0">
                <a:solidFill>
                  <a:srgbClr val="333333"/>
                </a:solidFill>
              </a:rPr>
              <a:t>Enable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공통 버튼을 </a:t>
            </a:r>
            <a:r>
              <a:rPr lang="en-US" altLang="ko-KR" sz="1000" dirty="0">
                <a:solidFill>
                  <a:srgbClr val="333333"/>
                </a:solidFill>
              </a:rPr>
              <a:t>Enable </a:t>
            </a:r>
            <a:r>
              <a:rPr lang="ko-KR" altLang="en-US" sz="1000" dirty="0">
                <a:solidFill>
                  <a:srgbClr val="333333"/>
                </a:solidFill>
              </a:rPr>
              <a:t>처리 시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en-US" altLang="ko-KR" sz="1000" dirty="0" err="1">
                <a:solidFill>
                  <a:srgbClr val="333333"/>
                </a:solidFill>
              </a:rPr>
              <a:t>take.comBtnEnable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사용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>
                <a:solidFill>
                  <a:srgbClr val="333333"/>
                </a:solidFill>
              </a:rPr>
              <a:t>this </a:t>
            </a:r>
            <a:r>
              <a:rPr lang="ko-KR" altLang="en-US" sz="1000" b="1" dirty="0">
                <a:solidFill>
                  <a:srgbClr val="333333"/>
                </a:solidFill>
              </a:rPr>
              <a:t>추가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this</a:t>
            </a:r>
            <a:r>
              <a:rPr lang="ko-KR" altLang="en-US" sz="1000" dirty="0">
                <a:solidFill>
                  <a:srgbClr val="333333"/>
                </a:solidFill>
              </a:rPr>
              <a:t>가 </a:t>
            </a:r>
            <a:r>
              <a:rPr lang="ko-KR" altLang="en-US" sz="1000" dirty="0" err="1">
                <a:solidFill>
                  <a:srgbClr val="333333"/>
                </a:solidFill>
              </a:rPr>
              <a:t>빠져있는</a:t>
            </a:r>
            <a:r>
              <a:rPr lang="ko-KR" altLang="en-US" sz="1000" dirty="0">
                <a:solidFill>
                  <a:srgbClr val="333333"/>
                </a:solidFill>
              </a:rPr>
              <a:t> 경우  전역 변수가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아닌 글로벌 변수로 사용되어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this</a:t>
            </a:r>
            <a:r>
              <a:rPr lang="ko-KR" altLang="en-US" sz="1000" dirty="0">
                <a:solidFill>
                  <a:srgbClr val="333333"/>
                </a:solidFill>
              </a:rPr>
              <a:t> 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(</a:t>
            </a:r>
            <a:r>
              <a:rPr lang="ko-KR" altLang="en-US" sz="1000" dirty="0">
                <a:solidFill>
                  <a:srgbClr val="333333"/>
                </a:solidFill>
              </a:rPr>
              <a:t>화면의 </a:t>
            </a:r>
            <a:r>
              <a:rPr lang="en-US" altLang="ko-KR" sz="1000" dirty="0">
                <a:solidFill>
                  <a:srgbClr val="333333"/>
                </a:solidFill>
              </a:rPr>
              <a:t>Script</a:t>
            </a:r>
            <a:r>
              <a:rPr lang="ko-KR" altLang="en-US" sz="1000" dirty="0">
                <a:solidFill>
                  <a:srgbClr val="333333"/>
                </a:solidFill>
              </a:rPr>
              <a:t>에 </a:t>
            </a:r>
            <a:r>
              <a:rPr lang="en-US" altLang="ko-KR" sz="1000" dirty="0" err="1">
                <a:solidFill>
                  <a:srgbClr val="333333"/>
                </a:solidFill>
              </a:rPr>
              <a:t>isExit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변수를 찾아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this</a:t>
            </a:r>
            <a:r>
              <a:rPr lang="ko-KR" altLang="en-US" sz="1000" dirty="0">
                <a:solidFill>
                  <a:srgbClr val="333333"/>
                </a:solidFill>
              </a:rPr>
              <a:t>를 추가해 주셔야 합니다</a:t>
            </a:r>
            <a:r>
              <a:rPr lang="en-US" altLang="ko-KR" sz="1000" dirty="0">
                <a:solidFill>
                  <a:srgbClr val="333333"/>
                </a:solidFill>
              </a:rPr>
              <a:t>.)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89295A79-C410-910C-5F2C-540048F2548B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787FD-3624-23A8-2721-8B48BE59D162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C4C804-FB16-6502-D8F6-8BFB19A957B7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List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A1B19-F413-DFFF-1035-2B138F2EEAB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B70C5828-E6F8-F72F-CDF0-905A6B8F6642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CF41F9A-D0CF-7A0D-3BC1-FFB2622D0318}"/>
              </a:ext>
            </a:extLst>
          </p:cNvPr>
          <p:cNvSpPr/>
          <p:nvPr/>
        </p:nvSpPr>
        <p:spPr>
          <a:xfrm>
            <a:off x="721460" y="1863229"/>
            <a:ext cx="2056575" cy="18989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5BF6A8C-843C-0717-8893-6380737445E8}"/>
              </a:ext>
            </a:extLst>
          </p:cNvPr>
          <p:cNvSpPr/>
          <p:nvPr/>
        </p:nvSpPr>
        <p:spPr>
          <a:xfrm>
            <a:off x="705980" y="2245012"/>
            <a:ext cx="2141723" cy="1901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F890A82-3632-4786-A2C6-171D668D4843}"/>
              </a:ext>
            </a:extLst>
          </p:cNvPr>
          <p:cNvGrpSpPr/>
          <p:nvPr/>
        </p:nvGrpSpPr>
        <p:grpSpPr>
          <a:xfrm>
            <a:off x="439325" y="3602585"/>
            <a:ext cx="8655826" cy="775300"/>
            <a:chOff x="6567701" y="3052282"/>
            <a:chExt cx="6080123" cy="54459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2BF6065-B61F-5656-2AF7-A0249C460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78450" y="3052282"/>
              <a:ext cx="6058626" cy="544595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E6E66740-6FC8-26F0-08A2-F1E7DFF6347B}"/>
                </a:ext>
              </a:extLst>
            </p:cNvPr>
            <p:cNvSpPr/>
            <p:nvPr/>
          </p:nvSpPr>
          <p:spPr>
            <a:xfrm>
              <a:off x="6567701" y="3052314"/>
              <a:ext cx="6080123" cy="54456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258442-3385-AD98-6AB0-2899C45F6AE1}"/>
              </a:ext>
            </a:extLst>
          </p:cNvPr>
          <p:cNvSpPr/>
          <p:nvPr/>
        </p:nvSpPr>
        <p:spPr>
          <a:xfrm>
            <a:off x="454628" y="4042816"/>
            <a:ext cx="886492" cy="27596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0A1AFC-C6BC-D876-D939-27566B8F383F}"/>
              </a:ext>
            </a:extLst>
          </p:cNvPr>
          <p:cNvSpPr/>
          <p:nvPr/>
        </p:nvSpPr>
        <p:spPr>
          <a:xfrm>
            <a:off x="3590395" y="1813066"/>
            <a:ext cx="2986009" cy="23890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66E062-3956-6140-B708-41CEE112A78F}"/>
              </a:ext>
            </a:extLst>
          </p:cNvPr>
          <p:cNvSpPr/>
          <p:nvPr/>
        </p:nvSpPr>
        <p:spPr>
          <a:xfrm>
            <a:off x="3564269" y="2213687"/>
            <a:ext cx="3089080" cy="24672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92C54F7A-6C40-4546-243E-E6F8AEC54C09}"/>
              </a:ext>
            </a:extLst>
          </p:cNvPr>
          <p:cNvSpPr/>
          <p:nvPr/>
        </p:nvSpPr>
        <p:spPr>
          <a:xfrm>
            <a:off x="357958" y="329236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79B4593-0FFD-D457-9EBE-802419FEA5BF}"/>
              </a:ext>
            </a:extLst>
          </p:cNvPr>
          <p:cNvGrpSpPr/>
          <p:nvPr/>
        </p:nvGrpSpPr>
        <p:grpSpPr>
          <a:xfrm>
            <a:off x="454628" y="4556249"/>
            <a:ext cx="8655826" cy="775300"/>
            <a:chOff x="6567701" y="3052282"/>
            <a:chExt cx="6080123" cy="544595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12EEB47-708D-6341-D278-7AFB53450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78454" y="3052282"/>
              <a:ext cx="6058619" cy="544595"/>
            </a:xfrm>
            <a:prstGeom prst="rect">
              <a:avLst/>
            </a:prstGeom>
          </p:spPr>
        </p:pic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240AAFA-C318-91A2-0F00-3FC68F388AA0}"/>
                </a:ext>
              </a:extLst>
            </p:cNvPr>
            <p:cNvSpPr/>
            <p:nvPr/>
          </p:nvSpPr>
          <p:spPr>
            <a:xfrm>
              <a:off x="6567701" y="3052314"/>
              <a:ext cx="6080123" cy="54456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7E4E0C8-53E2-6D87-3393-1699CF620475}"/>
              </a:ext>
            </a:extLst>
          </p:cNvPr>
          <p:cNvSpPr/>
          <p:nvPr/>
        </p:nvSpPr>
        <p:spPr>
          <a:xfrm>
            <a:off x="469931" y="4996480"/>
            <a:ext cx="1506915" cy="27596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4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4C68-462E-1810-90E8-8E018ADE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91BB74-8420-FA7F-AB15-79D0D893896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07C7449-A39F-FC67-BA8B-9AD9DD3ED0EE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00099-D26A-1C73-D5C8-967A18BC48F8}"/>
              </a:ext>
            </a:extLst>
          </p:cNvPr>
          <p:cNvSpPr txBox="1"/>
          <p:nvPr/>
        </p:nvSpPr>
        <p:spPr>
          <a:xfrm>
            <a:off x="9509760" y="1018651"/>
            <a:ext cx="2521373" cy="295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공통 버튼 및 기능 버튼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Popup</a:t>
            </a:r>
            <a:r>
              <a:rPr lang="ko-KR" altLang="en-US" sz="1000" dirty="0">
                <a:solidFill>
                  <a:srgbClr val="333333"/>
                </a:solidFill>
              </a:rPr>
              <a:t>에서의 공통 버튼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및 기능 버튼 전부 화면에 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Popup </a:t>
            </a:r>
            <a:r>
              <a:rPr lang="ko-KR" altLang="en-US" sz="1000" dirty="0">
                <a:solidFill>
                  <a:srgbClr val="333333"/>
                </a:solidFill>
              </a:rPr>
              <a:t>공통 버튼 </a:t>
            </a:r>
            <a:r>
              <a:rPr lang="en-US" altLang="ko-KR" sz="1000" dirty="0">
                <a:solidFill>
                  <a:srgbClr val="333333"/>
                </a:solidFill>
              </a:rPr>
              <a:t>: </a:t>
            </a:r>
            <a:r>
              <a:rPr lang="ko-KR" altLang="en-US" sz="1000" dirty="0">
                <a:solidFill>
                  <a:srgbClr val="333333"/>
                </a:solidFill>
              </a:rPr>
              <a:t>파란색 배경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Popup </a:t>
            </a:r>
            <a:r>
              <a:rPr lang="ko-KR" altLang="en-US" sz="1000" dirty="0">
                <a:solidFill>
                  <a:srgbClr val="333333"/>
                </a:solidFill>
              </a:rPr>
              <a:t>기능 버튼 </a:t>
            </a:r>
            <a:r>
              <a:rPr lang="en-US" altLang="ko-KR" sz="1000" dirty="0">
                <a:solidFill>
                  <a:srgbClr val="333333"/>
                </a:solidFill>
              </a:rPr>
              <a:t>: </a:t>
            </a:r>
            <a:r>
              <a:rPr lang="ko-KR" altLang="en-US" sz="1000" dirty="0">
                <a:solidFill>
                  <a:srgbClr val="333333"/>
                </a:solidFill>
              </a:rPr>
              <a:t>파란색 테두리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불필요한 컴포넌트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MaskEdit</a:t>
            </a:r>
            <a:r>
              <a:rPr lang="ko-KR" altLang="en-US" sz="1000" dirty="0">
                <a:solidFill>
                  <a:srgbClr val="333333"/>
                </a:solidFill>
              </a:rPr>
              <a:t>에서 </a:t>
            </a:r>
            <a:r>
              <a:rPr lang="en-US" altLang="ko-KR" sz="1000" dirty="0">
                <a:solidFill>
                  <a:srgbClr val="333333"/>
                </a:solidFill>
              </a:rPr>
              <a:t>Calendar </a:t>
            </a:r>
            <a:r>
              <a:rPr lang="ko-KR" altLang="en-US" sz="1000" dirty="0">
                <a:solidFill>
                  <a:srgbClr val="333333"/>
                </a:solidFill>
              </a:rPr>
              <a:t>컴포넌트로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변경되면서 불필요한 컴포넌트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(</a:t>
            </a:r>
            <a:r>
              <a:rPr lang="en-US" altLang="ko-KR" sz="1000" dirty="0" err="1">
                <a:solidFill>
                  <a:srgbClr val="333333"/>
                </a:solidFill>
              </a:rPr>
              <a:t>MaskEdit</a:t>
            </a:r>
            <a:r>
              <a:rPr lang="ko-KR" altLang="en-US" sz="1000" dirty="0">
                <a:solidFill>
                  <a:srgbClr val="333333"/>
                </a:solidFill>
              </a:rPr>
              <a:t>에 있는 이벤트 및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ko-KR" altLang="en-US" sz="1000" dirty="0">
                <a:solidFill>
                  <a:srgbClr val="333333"/>
                </a:solidFill>
              </a:rPr>
              <a:t>컴포넌트 </a:t>
            </a:r>
            <a:r>
              <a:rPr lang="en-US" altLang="ko-KR" sz="1000" dirty="0">
                <a:solidFill>
                  <a:srgbClr val="333333"/>
                </a:solidFill>
              </a:rPr>
              <a:t>id</a:t>
            </a:r>
            <a:r>
              <a:rPr lang="ko-KR" altLang="en-US" sz="1000" dirty="0">
                <a:solidFill>
                  <a:srgbClr val="333333"/>
                </a:solidFill>
              </a:rPr>
              <a:t>도 같이 변경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ko-KR" altLang="en-US" sz="1000" dirty="0" err="1">
                <a:solidFill>
                  <a:srgbClr val="333333"/>
                </a:solidFill>
              </a:rPr>
              <a:t>해주셔야</a:t>
            </a:r>
            <a:r>
              <a:rPr lang="ko-KR" altLang="en-US" sz="1000" dirty="0">
                <a:solidFill>
                  <a:srgbClr val="333333"/>
                </a:solidFill>
              </a:rPr>
              <a:t> 오류 없이 동작합니다</a:t>
            </a:r>
            <a:r>
              <a:rPr lang="en-US" altLang="ko-KR" sz="1000" dirty="0">
                <a:solidFill>
                  <a:srgbClr val="333333"/>
                </a:solidFill>
              </a:rPr>
              <a:t>.)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③ 수정된 화면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B21CD7BF-4E41-2E19-599F-C28375A00770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2FCD67-F61C-4FA0-ACE6-EE18706E0421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04626-153C-E626-FBD9-E90F3CB3040E}"/>
              </a:ext>
            </a:extLst>
          </p:cNvPr>
          <p:cNvSpPr txBox="1"/>
          <p:nvPr/>
        </p:nvSpPr>
        <p:spPr>
          <a:xfrm>
            <a:off x="434974" y="194187"/>
            <a:ext cx="27349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BDB349F-D7FF-B355-9FA9-017AB5F80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917" y="1298471"/>
            <a:ext cx="8884403" cy="338565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36B8D96-BA06-E4F8-C22C-CE67F0176340}"/>
              </a:ext>
            </a:extLst>
          </p:cNvPr>
          <p:cNvSpPr/>
          <p:nvPr/>
        </p:nvSpPr>
        <p:spPr>
          <a:xfrm>
            <a:off x="4324332" y="1931601"/>
            <a:ext cx="1510411" cy="56775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9A76C798-B5AA-8A85-00BB-029AAB51E920}"/>
              </a:ext>
            </a:extLst>
          </p:cNvPr>
          <p:cNvSpPr/>
          <p:nvPr/>
        </p:nvSpPr>
        <p:spPr>
          <a:xfrm>
            <a:off x="4055625" y="198688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FF453-2443-8186-7C2B-7EAA2A64D10F}"/>
              </a:ext>
            </a:extLst>
          </p:cNvPr>
          <p:cNvSpPr txBox="1"/>
          <p:nvPr/>
        </p:nvSpPr>
        <p:spPr>
          <a:xfrm>
            <a:off x="313916" y="768314"/>
            <a:ext cx="6614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BF8401B-9627-F348-8C08-2B6DD3452918}"/>
              </a:ext>
            </a:extLst>
          </p:cNvPr>
          <p:cNvSpPr/>
          <p:nvPr/>
        </p:nvSpPr>
        <p:spPr>
          <a:xfrm>
            <a:off x="3979068" y="1686542"/>
            <a:ext cx="1063196" cy="2286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BD2BC770-A468-EB0D-62A6-7022F2449D05}"/>
              </a:ext>
            </a:extLst>
          </p:cNvPr>
          <p:cNvSpPr/>
          <p:nvPr/>
        </p:nvSpPr>
        <p:spPr>
          <a:xfrm>
            <a:off x="3979067" y="14501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A0AD33-EF84-A63C-BDBB-A240A6345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6803" y="2682962"/>
            <a:ext cx="6585470" cy="3385652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01A0D64-B195-FCE7-38D7-DF4FBF4E5C27}"/>
              </a:ext>
            </a:extLst>
          </p:cNvPr>
          <p:cNvSpPr/>
          <p:nvPr/>
        </p:nvSpPr>
        <p:spPr>
          <a:xfrm>
            <a:off x="7014005" y="2682962"/>
            <a:ext cx="1628268" cy="21699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69E3E359-2C3C-39CF-F3E1-86EEC234B28C}"/>
              </a:ext>
            </a:extLst>
          </p:cNvPr>
          <p:cNvSpPr/>
          <p:nvPr/>
        </p:nvSpPr>
        <p:spPr>
          <a:xfrm>
            <a:off x="6784603" y="245436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379F9C-0181-B5ED-5DEC-A5F16639C73E}"/>
              </a:ext>
            </a:extLst>
          </p:cNvPr>
          <p:cNvSpPr/>
          <p:nvPr/>
        </p:nvSpPr>
        <p:spPr>
          <a:xfrm>
            <a:off x="2054533" y="2682963"/>
            <a:ext cx="6585471" cy="3385652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79FBAF25-EEFC-66AC-539E-96E49BC6C4E6}"/>
              </a:ext>
            </a:extLst>
          </p:cNvPr>
          <p:cNvSpPr/>
          <p:nvPr/>
        </p:nvSpPr>
        <p:spPr>
          <a:xfrm>
            <a:off x="2090525" y="2414945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6296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33BCB-33B5-8D89-E29C-2C19B9CD9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CA21CD2F-7412-0ECE-CF0C-5543EEEBA33C}"/>
              </a:ext>
            </a:extLst>
          </p:cNvPr>
          <p:cNvGrpSpPr/>
          <p:nvPr/>
        </p:nvGrpSpPr>
        <p:grpSpPr>
          <a:xfrm>
            <a:off x="431133" y="1534337"/>
            <a:ext cx="4693802" cy="4713415"/>
            <a:chOff x="6565004" y="3052314"/>
            <a:chExt cx="3297073" cy="331085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541AF82-E878-A784-0CE3-6F5F88C7A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5004" y="3052314"/>
              <a:ext cx="3297073" cy="3310852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9F3FED6-DABE-0C6A-BBFB-80A977761C48}"/>
                </a:ext>
              </a:extLst>
            </p:cNvPr>
            <p:cNvSpPr/>
            <p:nvPr/>
          </p:nvSpPr>
          <p:spPr>
            <a:xfrm>
              <a:off x="6567701" y="3052314"/>
              <a:ext cx="3294376" cy="331085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5793476-5D07-D7A4-D198-4AF6E99BB5A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AC654B9-A044-7C15-82E4-6E3A252EC41C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6F668-B366-6982-F6C0-0E67BB42DE60}"/>
              </a:ext>
            </a:extLst>
          </p:cNvPr>
          <p:cNvSpPr txBox="1"/>
          <p:nvPr/>
        </p:nvSpPr>
        <p:spPr>
          <a:xfrm>
            <a:off x="9509760" y="1018651"/>
            <a:ext cx="2521373" cy="84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불필요한 스크립트 제거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이전 화면에서 사용 안 하는 버튼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이벤트 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642F6B39-29F4-2D9B-083A-B18C444ED4D0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99FA55-3BC9-6095-9CB3-7F47E4727CC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C82A6D-031B-58E8-CAD0-BD4AC7479410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8B6F2-910F-F8F4-370C-994BF1804366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F09EA011-95DD-016C-5996-EB25B8CC6E9B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4658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B238-5F83-9EF6-B38F-4F5C78EB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E78130F1-37F5-EB30-484B-BBCBE4DC3E86}"/>
              </a:ext>
            </a:extLst>
          </p:cNvPr>
          <p:cNvGrpSpPr/>
          <p:nvPr/>
        </p:nvGrpSpPr>
        <p:grpSpPr>
          <a:xfrm>
            <a:off x="434970" y="1521861"/>
            <a:ext cx="8678903" cy="1788161"/>
            <a:chOff x="6567700" y="3043552"/>
            <a:chExt cx="6096333" cy="125606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7343C02-0D77-4558-849B-58531D50E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043552"/>
              <a:ext cx="6070141" cy="1216107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7A887C5-149A-5262-9D31-F686E7A804FC}"/>
                </a:ext>
              </a:extLst>
            </p:cNvPr>
            <p:cNvSpPr/>
            <p:nvPr/>
          </p:nvSpPr>
          <p:spPr>
            <a:xfrm>
              <a:off x="6567700" y="3052313"/>
              <a:ext cx="6080124" cy="124730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FC28CAA-6265-8FE8-37E1-D81098B172F2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6806D79-403B-D628-4DF3-4CAF5A6181C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AB960-BDCF-D005-9FB5-B30A89649441}"/>
              </a:ext>
            </a:extLst>
          </p:cNvPr>
          <p:cNvSpPr txBox="1"/>
          <p:nvPr/>
        </p:nvSpPr>
        <p:spPr>
          <a:xfrm>
            <a:off x="9509760" y="1018651"/>
            <a:ext cx="2521373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filter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filter</a:t>
            </a:r>
            <a:r>
              <a:rPr lang="ko-KR" altLang="en-US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>
                <a:solidFill>
                  <a:srgbClr val="333333"/>
                </a:solidFill>
              </a:rPr>
              <a:t>String</a:t>
            </a:r>
            <a:r>
              <a:rPr lang="ko-KR" altLang="en-US" sz="1000" dirty="0">
                <a:solidFill>
                  <a:srgbClr val="333333"/>
                </a:solidFill>
              </a:rPr>
              <a:t>에 대입 연산자를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관계 연산자로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C3AC949D-1BED-0644-899A-3DF62031AB5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31314E-A7CB-B8D2-AC56-75BF28ACE250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CD9C160B-4AB3-B1F4-43FD-8B2E0C6DB2D0}"/>
              </a:ext>
            </a:extLst>
          </p:cNvPr>
          <p:cNvSpPr/>
          <p:nvPr/>
        </p:nvSpPr>
        <p:spPr>
          <a:xfrm>
            <a:off x="357958" y="12852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9340088-1442-9F24-8E04-5AD42971339E}"/>
              </a:ext>
            </a:extLst>
          </p:cNvPr>
          <p:cNvGrpSpPr/>
          <p:nvPr/>
        </p:nvGrpSpPr>
        <p:grpSpPr>
          <a:xfrm>
            <a:off x="429114" y="3351749"/>
            <a:ext cx="8655829" cy="1759592"/>
            <a:chOff x="6567698" y="3046690"/>
            <a:chExt cx="6080126" cy="123599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4B2FA52-CD9C-6F5F-53A5-52138BA17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8" y="3046690"/>
              <a:ext cx="5979719" cy="1197992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85B8CCD-A0C8-8DDB-FF91-B862655D0C1A}"/>
                </a:ext>
              </a:extLst>
            </p:cNvPr>
            <p:cNvSpPr/>
            <p:nvPr/>
          </p:nvSpPr>
          <p:spPr>
            <a:xfrm>
              <a:off x="6567700" y="3052313"/>
              <a:ext cx="6080124" cy="123037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50B4EDE-02A5-52DD-CCFC-E80F1B31D84C}"/>
              </a:ext>
            </a:extLst>
          </p:cNvPr>
          <p:cNvSpPr/>
          <p:nvPr/>
        </p:nvSpPr>
        <p:spPr>
          <a:xfrm>
            <a:off x="2162179" y="2451248"/>
            <a:ext cx="967107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E9E189D-EA98-00E7-F715-1EADB60D256B}"/>
              </a:ext>
            </a:extLst>
          </p:cNvPr>
          <p:cNvSpPr/>
          <p:nvPr/>
        </p:nvSpPr>
        <p:spPr>
          <a:xfrm>
            <a:off x="2162179" y="4296220"/>
            <a:ext cx="749463" cy="14171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D7D0E-F33D-6305-1172-B7E0C596BAD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86778C-64AA-6F16-09FE-F62F8A7F9FBD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</p:spTree>
    <p:extLst>
      <p:ext uri="{BB962C8B-B14F-4D97-AF65-F5344CB8AC3E}">
        <p14:creationId xmlns:p14="http://schemas.microsoft.com/office/powerpoint/2010/main" val="2005515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7C0E-FFAD-92CC-E99F-005CB1C44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EFEEE62B-10C1-70E3-E877-04F43F3A7135}"/>
              </a:ext>
            </a:extLst>
          </p:cNvPr>
          <p:cNvGrpSpPr/>
          <p:nvPr/>
        </p:nvGrpSpPr>
        <p:grpSpPr>
          <a:xfrm>
            <a:off x="434970" y="1534337"/>
            <a:ext cx="8678903" cy="1579555"/>
            <a:chOff x="6567700" y="3052314"/>
            <a:chExt cx="6096333" cy="1109529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0F7BC5B-53D5-7FC2-475D-F533DAE2F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149839"/>
              <a:ext cx="6070141" cy="1003532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F569320-217D-EBA1-9FEC-19B7B7E7B152}"/>
                </a:ext>
              </a:extLst>
            </p:cNvPr>
            <p:cNvSpPr/>
            <p:nvPr/>
          </p:nvSpPr>
          <p:spPr>
            <a:xfrm>
              <a:off x="6567700" y="3052314"/>
              <a:ext cx="6080124" cy="1109529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4F6429A-F97A-B84A-1F26-AEA41B01709A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BA12938-EE04-3EC4-C47D-C4AC6F3C708B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B7CC7E-EE02-EC92-1FC4-387E77E34172}"/>
              </a:ext>
            </a:extLst>
          </p:cNvPr>
          <p:cNvSpPr txBox="1"/>
          <p:nvPr/>
        </p:nvSpPr>
        <p:spPr>
          <a:xfrm>
            <a:off x="9509760" y="1018651"/>
            <a:ext cx="2521373" cy="334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fnMessageOpenForm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Message Code</a:t>
            </a:r>
            <a:r>
              <a:rPr lang="ko-KR" altLang="en-US" sz="1000" dirty="0">
                <a:solidFill>
                  <a:srgbClr val="333333"/>
                </a:solidFill>
              </a:rPr>
              <a:t>는 </a:t>
            </a:r>
            <a:r>
              <a:rPr lang="en-US" altLang="ko-KR" sz="1000" dirty="0">
                <a:solidFill>
                  <a:srgbClr val="333333"/>
                </a:solidFill>
              </a:rPr>
              <a:t>“</a:t>
            </a:r>
            <a:r>
              <a:rPr lang="ko-KR" altLang="en-US" sz="1000" dirty="0">
                <a:solidFill>
                  <a:srgbClr val="333333"/>
                </a:solidFill>
              </a:rPr>
              <a:t> 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>
                <a:solidFill>
                  <a:srgbClr val="333333"/>
                </a:solidFill>
              </a:rPr>
              <a:t>Parent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이전 화면에서 </a:t>
            </a:r>
            <a:r>
              <a:rPr lang="en-US" altLang="ko-KR" sz="1000" dirty="0">
                <a:solidFill>
                  <a:srgbClr val="333333"/>
                </a:solidFill>
              </a:rPr>
              <a:t>Popup </a:t>
            </a:r>
            <a:r>
              <a:rPr lang="ko-KR" altLang="en-US" sz="1000" dirty="0">
                <a:solidFill>
                  <a:srgbClr val="333333"/>
                </a:solidFill>
              </a:rPr>
              <a:t>오픈 시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Parameter </a:t>
            </a:r>
            <a:r>
              <a:rPr lang="ko-KR" altLang="en-US" sz="1000" dirty="0">
                <a:solidFill>
                  <a:srgbClr val="333333"/>
                </a:solidFill>
              </a:rPr>
              <a:t>체크 후 </a:t>
            </a:r>
            <a:r>
              <a:rPr lang="en-US" altLang="ko-KR" sz="1000" dirty="0">
                <a:solidFill>
                  <a:srgbClr val="333333"/>
                </a:solidFill>
              </a:rPr>
              <a:t>parent</a:t>
            </a:r>
            <a:r>
              <a:rPr lang="ko-KR" altLang="en-US" sz="1000" dirty="0">
                <a:solidFill>
                  <a:srgbClr val="333333"/>
                </a:solidFill>
              </a:rPr>
              <a:t>를 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③ </a:t>
            </a:r>
            <a:r>
              <a:rPr lang="en-US" altLang="ko-KR" sz="1000" b="1" dirty="0">
                <a:solidFill>
                  <a:srgbClr val="333333"/>
                </a:solidFill>
              </a:rPr>
              <a:t>Transaction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param</a:t>
            </a:r>
            <a:r>
              <a:rPr lang="ko-KR" altLang="en-US" sz="1000" dirty="0">
                <a:solidFill>
                  <a:srgbClr val="333333"/>
                </a:solidFill>
              </a:rPr>
              <a:t> 변수의 </a:t>
            </a:r>
            <a:r>
              <a:rPr lang="en-US" altLang="ko-KR" sz="1000" dirty="0" err="1">
                <a:solidFill>
                  <a:srgbClr val="333333"/>
                </a:solidFill>
              </a:rPr>
              <a:t>functionGubun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값을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en-US" altLang="ko-KR" sz="1000" dirty="0" err="1">
                <a:solidFill>
                  <a:srgbClr val="333333"/>
                </a:solidFill>
              </a:rPr>
              <a:t>url</a:t>
            </a:r>
            <a:r>
              <a:rPr lang="ko-KR" altLang="en-US" sz="1000" dirty="0">
                <a:solidFill>
                  <a:srgbClr val="333333"/>
                </a:solidFill>
              </a:rPr>
              <a:t>에 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url</a:t>
            </a:r>
            <a:r>
              <a:rPr lang="ko-KR" altLang="en-US" sz="1000" dirty="0">
                <a:solidFill>
                  <a:srgbClr val="333333"/>
                </a:solidFill>
              </a:rPr>
              <a:t>의 </a:t>
            </a:r>
            <a:r>
              <a:rPr lang="en-US" altLang="ko-KR" sz="1000" dirty="0">
                <a:solidFill>
                  <a:srgbClr val="333333"/>
                </a:solidFill>
              </a:rPr>
              <a:t>Servlet </a:t>
            </a:r>
            <a:r>
              <a:rPr lang="ko-KR" altLang="en-US" sz="1000" dirty="0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④ 전역 변수 </a:t>
            </a:r>
            <a:r>
              <a:rPr lang="en-US" altLang="ko-KR" sz="1000" b="1" dirty="0">
                <a:solidFill>
                  <a:srgbClr val="333333"/>
                </a:solidFill>
              </a:rPr>
              <a:t>– Parent(</a:t>
            </a:r>
            <a:r>
              <a:rPr lang="ko-KR" altLang="en-US" sz="1000" b="1" dirty="0">
                <a:solidFill>
                  <a:srgbClr val="333333"/>
                </a:solidFill>
              </a:rPr>
              <a:t>예시</a:t>
            </a:r>
            <a:r>
              <a:rPr lang="en-US" altLang="ko-KR" sz="1000" b="1" dirty="0">
                <a:solidFill>
                  <a:srgbClr val="333333"/>
                </a:solidFill>
              </a:rPr>
              <a:t>)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Parent Parameter</a:t>
            </a:r>
            <a:r>
              <a:rPr lang="ko-KR" altLang="en-US" sz="1000" dirty="0">
                <a:solidFill>
                  <a:srgbClr val="333333"/>
                </a:solidFill>
              </a:rPr>
              <a:t>를 전역변수로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선언 후 사용 가능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AEFE0799-09E3-1BAF-2CA8-742B1274F56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5378D0-A27A-B2B3-FF6D-1D35D0AAE65D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89D2E886-0249-4F9E-579D-24925EA554EA}"/>
              </a:ext>
            </a:extLst>
          </p:cNvPr>
          <p:cNvSpPr/>
          <p:nvPr/>
        </p:nvSpPr>
        <p:spPr>
          <a:xfrm>
            <a:off x="1241065" y="159210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C76A87B-6200-056F-1BA1-6B77B13A473A}"/>
              </a:ext>
            </a:extLst>
          </p:cNvPr>
          <p:cNvGrpSpPr/>
          <p:nvPr/>
        </p:nvGrpSpPr>
        <p:grpSpPr>
          <a:xfrm>
            <a:off x="429114" y="3220413"/>
            <a:ext cx="8655829" cy="1751587"/>
            <a:chOff x="6567698" y="3052313"/>
            <a:chExt cx="6080126" cy="123037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B18B6F1-B6C0-F2C0-2019-51F290EB3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8" y="3107993"/>
              <a:ext cx="5979719" cy="1075385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8357C863-3EAB-F98D-62C8-53EF0D4B811F}"/>
                </a:ext>
              </a:extLst>
            </p:cNvPr>
            <p:cNvSpPr/>
            <p:nvPr/>
          </p:nvSpPr>
          <p:spPr>
            <a:xfrm>
              <a:off x="6567700" y="3052313"/>
              <a:ext cx="6080124" cy="123037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13EB316-4CDA-B7B5-4BE4-55F055D169D2}"/>
              </a:ext>
            </a:extLst>
          </p:cNvPr>
          <p:cNvSpPr/>
          <p:nvPr/>
        </p:nvSpPr>
        <p:spPr>
          <a:xfrm>
            <a:off x="1300030" y="1902322"/>
            <a:ext cx="3071673" cy="1700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513306-D7B1-DE5F-7F2D-A9BA064E9394}"/>
              </a:ext>
            </a:extLst>
          </p:cNvPr>
          <p:cNvSpPr/>
          <p:nvPr/>
        </p:nvSpPr>
        <p:spPr>
          <a:xfrm>
            <a:off x="1845991" y="2720848"/>
            <a:ext cx="3335609" cy="13043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0D2FDC-8E00-1146-B104-126646805019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696E39-4780-6766-611B-0C4DF42A7AFA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20F837-1A91-C7EB-6F9B-9FFA6234D236}"/>
              </a:ext>
            </a:extLst>
          </p:cNvPr>
          <p:cNvSpPr/>
          <p:nvPr/>
        </p:nvSpPr>
        <p:spPr>
          <a:xfrm>
            <a:off x="879566" y="2560320"/>
            <a:ext cx="8146869" cy="15211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B73D1C22-6494-4414-1697-30D365D7D8B3}"/>
              </a:ext>
            </a:extLst>
          </p:cNvPr>
          <p:cNvSpPr/>
          <p:nvPr/>
        </p:nvSpPr>
        <p:spPr>
          <a:xfrm>
            <a:off x="860065" y="224438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523F6A04-3340-1D84-0A84-79B38DCB8EC9}"/>
              </a:ext>
            </a:extLst>
          </p:cNvPr>
          <p:cNvSpPr/>
          <p:nvPr/>
        </p:nvSpPr>
        <p:spPr>
          <a:xfrm>
            <a:off x="1565206" y="272084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B910A9F2-2F6C-5955-A09C-100001B109A6}"/>
              </a:ext>
            </a:extLst>
          </p:cNvPr>
          <p:cNvSpPr/>
          <p:nvPr/>
        </p:nvSpPr>
        <p:spPr>
          <a:xfrm>
            <a:off x="1375656" y="343253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9F153AB-153F-D313-5C6A-CB8D757CFBA3}"/>
              </a:ext>
            </a:extLst>
          </p:cNvPr>
          <p:cNvSpPr/>
          <p:nvPr/>
        </p:nvSpPr>
        <p:spPr>
          <a:xfrm>
            <a:off x="1375805" y="3684190"/>
            <a:ext cx="3413909" cy="16230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C38CF6-E1C6-315D-8EFC-F301A8CC395D}"/>
              </a:ext>
            </a:extLst>
          </p:cNvPr>
          <p:cNvSpPr/>
          <p:nvPr/>
        </p:nvSpPr>
        <p:spPr>
          <a:xfrm>
            <a:off x="1850342" y="4327579"/>
            <a:ext cx="3335609" cy="130431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E17A496-C4C7-8F0F-F62E-1279D8F0B036}"/>
              </a:ext>
            </a:extLst>
          </p:cNvPr>
          <p:cNvSpPr/>
          <p:nvPr/>
        </p:nvSpPr>
        <p:spPr>
          <a:xfrm>
            <a:off x="883918" y="4198579"/>
            <a:ext cx="4489272" cy="129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52298122-029E-CDAD-D4F2-0F93BB7C0147}"/>
              </a:ext>
            </a:extLst>
          </p:cNvPr>
          <p:cNvSpPr/>
          <p:nvPr/>
        </p:nvSpPr>
        <p:spPr>
          <a:xfrm>
            <a:off x="878571" y="38923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851CA28C-00DB-DF85-6EEA-150B3A361F48}"/>
              </a:ext>
            </a:extLst>
          </p:cNvPr>
          <p:cNvSpPr/>
          <p:nvPr/>
        </p:nvSpPr>
        <p:spPr>
          <a:xfrm>
            <a:off x="1569557" y="432757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E82FB75-2B9C-8664-3135-8843CA72211B}"/>
              </a:ext>
            </a:extLst>
          </p:cNvPr>
          <p:cNvGrpSpPr/>
          <p:nvPr/>
        </p:nvGrpSpPr>
        <p:grpSpPr>
          <a:xfrm>
            <a:off x="429114" y="5370973"/>
            <a:ext cx="8655829" cy="906359"/>
            <a:chOff x="6567698" y="3120479"/>
            <a:chExt cx="6080126" cy="636655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5F94A5BB-3460-1F14-4CBC-EDAE0854E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8" y="3136425"/>
              <a:ext cx="3644154" cy="620708"/>
            </a:xfrm>
            <a:prstGeom prst="rect">
              <a:avLst/>
            </a:prstGeom>
          </p:spPr>
        </p:pic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C11CC37-4F56-D5D9-73E7-EAB72CD0C2E2}"/>
                </a:ext>
              </a:extLst>
            </p:cNvPr>
            <p:cNvSpPr/>
            <p:nvPr/>
          </p:nvSpPr>
          <p:spPr>
            <a:xfrm>
              <a:off x="6567700" y="3120479"/>
              <a:ext cx="6080124" cy="63665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C080009D-034D-AB1D-EF12-04B4E05E6E75}"/>
              </a:ext>
            </a:extLst>
          </p:cNvPr>
          <p:cNvSpPr/>
          <p:nvPr/>
        </p:nvSpPr>
        <p:spPr>
          <a:xfrm>
            <a:off x="357958" y="509506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38415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0005-EF51-64BB-E1BD-137DED0C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191F7E49-FC05-A6EF-E692-B34E7FB30325}"/>
              </a:ext>
            </a:extLst>
          </p:cNvPr>
          <p:cNvGrpSpPr/>
          <p:nvPr/>
        </p:nvGrpSpPr>
        <p:grpSpPr>
          <a:xfrm>
            <a:off x="434970" y="1534335"/>
            <a:ext cx="8655827" cy="710042"/>
            <a:chOff x="6567700" y="3052314"/>
            <a:chExt cx="6080124" cy="49875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793A86D-40B8-F078-E6BA-713C4D5E8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73571" y="3067464"/>
              <a:ext cx="6070141" cy="443795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6CFB5D72-EA0A-E80F-C7E3-68D8DF1F56FB}"/>
                </a:ext>
              </a:extLst>
            </p:cNvPr>
            <p:cNvSpPr/>
            <p:nvPr/>
          </p:nvSpPr>
          <p:spPr>
            <a:xfrm>
              <a:off x="6567700" y="3052314"/>
              <a:ext cx="6080124" cy="498756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F4EB96-E111-C077-508C-58909651E3E0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636B4B3-421E-E748-0D5E-8B068020661B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FD287-5A61-42B4-EA4B-011BD25102D7}"/>
              </a:ext>
            </a:extLst>
          </p:cNvPr>
          <p:cNvSpPr txBox="1"/>
          <p:nvPr/>
        </p:nvSpPr>
        <p:spPr>
          <a:xfrm>
            <a:off x="9509760" y="1018651"/>
            <a:ext cx="2521373" cy="10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변경된 함수 명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변경된 함수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변경된 함수를 선언된 곳도 수정</a:t>
            </a:r>
            <a:r>
              <a:rPr lang="en-US" altLang="ko-KR" sz="1000" dirty="0">
                <a:solidFill>
                  <a:srgbClr val="333333"/>
                </a:solidFill>
              </a:rPr>
              <a:t>.    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84B6D8E7-66D0-C26E-DE0C-BFBB590D6D9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83354A-E940-8854-9531-D54FB6EAE3EB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FE6F7583-6293-BD05-7E18-9E396213CC3F}"/>
              </a:ext>
            </a:extLst>
          </p:cNvPr>
          <p:cNvSpPr/>
          <p:nvPr/>
        </p:nvSpPr>
        <p:spPr>
          <a:xfrm>
            <a:off x="429114" y="123546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C09D63F-F781-2CB9-D1F6-9A803F1FAAD0}"/>
              </a:ext>
            </a:extLst>
          </p:cNvPr>
          <p:cNvGrpSpPr/>
          <p:nvPr/>
        </p:nvGrpSpPr>
        <p:grpSpPr>
          <a:xfrm>
            <a:off x="429117" y="2321972"/>
            <a:ext cx="8655826" cy="1751587"/>
            <a:chOff x="6567700" y="3052313"/>
            <a:chExt cx="6080124" cy="123037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13DFBD3-DC25-9D68-1547-F33B73B62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73570" y="3066496"/>
              <a:ext cx="5538905" cy="1075385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4A291C33-247F-3C80-57DA-0D04A5202360}"/>
                </a:ext>
              </a:extLst>
            </p:cNvPr>
            <p:cNvSpPr/>
            <p:nvPr/>
          </p:nvSpPr>
          <p:spPr>
            <a:xfrm>
              <a:off x="6567700" y="3052313"/>
              <a:ext cx="6080124" cy="123037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6A1E63D-D417-6108-2D32-C3524937844B}"/>
              </a:ext>
            </a:extLst>
          </p:cNvPr>
          <p:cNvSpPr/>
          <p:nvPr/>
        </p:nvSpPr>
        <p:spPr>
          <a:xfrm>
            <a:off x="437474" y="1551406"/>
            <a:ext cx="1931257" cy="10816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022B9-B0FC-6AFF-4C2C-6EFBD8BFF447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B1CF6B-BC85-FEFE-8586-1282871F0638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191D40-9B06-00EB-76FB-63D69FDF473B}"/>
              </a:ext>
            </a:extLst>
          </p:cNvPr>
          <p:cNvSpPr/>
          <p:nvPr/>
        </p:nvSpPr>
        <p:spPr>
          <a:xfrm>
            <a:off x="437475" y="2365360"/>
            <a:ext cx="1548080" cy="15211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1AABBAF-C40D-2E2F-FC9A-7CB1F91A54C4}"/>
              </a:ext>
            </a:extLst>
          </p:cNvPr>
          <p:cNvGrpSpPr/>
          <p:nvPr/>
        </p:nvGrpSpPr>
        <p:grpSpPr>
          <a:xfrm>
            <a:off x="429114" y="4700408"/>
            <a:ext cx="8655829" cy="1289526"/>
            <a:chOff x="6567698" y="3120479"/>
            <a:chExt cx="6080126" cy="905804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AD2EF6C7-19D4-96C1-3033-AB23FCDD1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8" y="3155858"/>
              <a:ext cx="5952755" cy="870425"/>
            </a:xfrm>
            <a:prstGeom prst="rect">
              <a:avLst/>
            </a:prstGeom>
          </p:spPr>
        </p:pic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FD8A40B2-8444-4678-05F2-B813333BDE97}"/>
                </a:ext>
              </a:extLst>
            </p:cNvPr>
            <p:cNvSpPr/>
            <p:nvPr/>
          </p:nvSpPr>
          <p:spPr>
            <a:xfrm>
              <a:off x="6567700" y="3120479"/>
              <a:ext cx="6080124" cy="905804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4" name="순서도: 연결자 53">
            <a:extLst>
              <a:ext uri="{FF2B5EF4-FFF2-40B4-BE49-F238E27FC236}">
                <a16:creationId xmlns:a16="http://schemas.microsoft.com/office/drawing/2014/main" id="{8AAD7765-7CC4-8A0E-1AF3-F2E06E440C20}"/>
              </a:ext>
            </a:extLst>
          </p:cNvPr>
          <p:cNvSpPr/>
          <p:nvPr/>
        </p:nvSpPr>
        <p:spPr>
          <a:xfrm>
            <a:off x="357958" y="442450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5FF3DC2-53C5-FBD4-E35D-57B8AE833D49}"/>
              </a:ext>
            </a:extLst>
          </p:cNvPr>
          <p:cNvSpPr/>
          <p:nvPr/>
        </p:nvSpPr>
        <p:spPr>
          <a:xfrm>
            <a:off x="790172" y="5600594"/>
            <a:ext cx="1548080" cy="15211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80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19E6-5C6F-6270-4BA7-69BE57D8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D4DD3A18-D677-9EFD-9803-E8706AEB6B69}"/>
              </a:ext>
            </a:extLst>
          </p:cNvPr>
          <p:cNvGrpSpPr/>
          <p:nvPr/>
        </p:nvGrpSpPr>
        <p:grpSpPr>
          <a:xfrm>
            <a:off x="429113" y="1520196"/>
            <a:ext cx="8671343" cy="619686"/>
            <a:chOff x="6563587" y="3042381"/>
            <a:chExt cx="6091024" cy="43528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B06B192-22FE-22DE-288A-5626BD263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72" b="82617"/>
            <a:stretch>
              <a:fillRect/>
            </a:stretch>
          </p:blipFill>
          <p:spPr>
            <a:xfrm>
              <a:off x="6563587" y="3042381"/>
              <a:ext cx="5762552" cy="348678"/>
            </a:xfrm>
            <a:prstGeom prst="rect">
              <a:avLst/>
            </a:prstGeom>
          </p:spPr>
        </p:pic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B2521E5F-3BC8-C240-0DD2-50F3E901EDD2}"/>
                </a:ext>
              </a:extLst>
            </p:cNvPr>
            <p:cNvSpPr/>
            <p:nvPr/>
          </p:nvSpPr>
          <p:spPr>
            <a:xfrm>
              <a:off x="6567699" y="3052314"/>
              <a:ext cx="6086912" cy="425354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DFAD21-5054-4AC8-E752-CB2F73BEF2A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700010-9C7B-EC1F-A8D9-96A910A2F39A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0452DF-DDDE-70D5-1635-2DBD6E129591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fnMessageOpenForm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Message</a:t>
            </a:r>
            <a:r>
              <a:rPr lang="ko-KR" altLang="en-US" sz="1000" dirty="0">
                <a:solidFill>
                  <a:srgbClr val="333333"/>
                </a:solidFill>
              </a:rPr>
              <a:t>의 내용 수정 시 </a:t>
            </a:r>
            <a:r>
              <a:rPr lang="en-US" altLang="ko-KR" sz="1000" dirty="0">
                <a:solidFill>
                  <a:srgbClr val="333333"/>
                </a:solidFill>
              </a:rPr>
              <a:t>@</a:t>
            </a:r>
            <a:r>
              <a:rPr lang="ko-KR" altLang="en-US" sz="1000" dirty="0">
                <a:solidFill>
                  <a:srgbClr val="333333"/>
                </a:solidFill>
              </a:rPr>
              <a:t>제거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>
                <a:solidFill>
                  <a:srgbClr val="333333"/>
                </a:solidFill>
              </a:rPr>
              <a:t>replace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Message</a:t>
            </a:r>
            <a:r>
              <a:rPr lang="ko-KR" altLang="en-US" sz="1000" dirty="0">
                <a:solidFill>
                  <a:srgbClr val="333333"/>
                </a:solidFill>
              </a:rPr>
              <a:t>에서 </a:t>
            </a:r>
            <a:r>
              <a:rPr lang="en-US" altLang="ko-KR" sz="1000" dirty="0">
                <a:solidFill>
                  <a:srgbClr val="333333"/>
                </a:solidFill>
              </a:rPr>
              <a:t>2</a:t>
            </a:r>
            <a:r>
              <a:rPr lang="ko-KR" altLang="en-US" sz="1000" dirty="0">
                <a:solidFill>
                  <a:srgbClr val="333333"/>
                </a:solidFill>
              </a:rPr>
              <a:t>개 이상 내용을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변경 시 </a:t>
            </a:r>
            <a:r>
              <a:rPr lang="en-US" altLang="ko-KR" sz="1000" dirty="0">
                <a:solidFill>
                  <a:srgbClr val="333333"/>
                </a:solidFill>
              </a:rPr>
              <a:t>JSON </a:t>
            </a:r>
            <a:r>
              <a:rPr lang="ko-KR" altLang="en-US" sz="1000" dirty="0">
                <a:solidFill>
                  <a:srgbClr val="333333"/>
                </a:solidFill>
              </a:rPr>
              <a:t>형식으로 수정</a:t>
            </a:r>
            <a:r>
              <a:rPr lang="en-US" altLang="ko-KR" sz="1000" dirty="0">
                <a:solidFill>
                  <a:srgbClr val="333333"/>
                </a:solidFill>
              </a:rPr>
              <a:t>.   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10F5B53-1671-9F59-2620-7FE339FEE89B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B4874-743E-6F36-7405-45324B9828A0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C734CE2F-AC7D-608E-E03E-27627C95D707}"/>
              </a:ext>
            </a:extLst>
          </p:cNvPr>
          <p:cNvSpPr/>
          <p:nvPr/>
        </p:nvSpPr>
        <p:spPr>
          <a:xfrm>
            <a:off x="429114" y="1235468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B068C5-099B-02EE-99EE-6A445B60F34A}"/>
              </a:ext>
            </a:extLst>
          </p:cNvPr>
          <p:cNvSpPr/>
          <p:nvPr/>
        </p:nvSpPr>
        <p:spPr>
          <a:xfrm>
            <a:off x="780994" y="1691634"/>
            <a:ext cx="4456744" cy="1454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9A219-E2A1-3E0B-8531-54BB9EFBE053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AA30C0-4611-22E1-7271-FBFFAE2BE894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12883BF-19FB-07BA-8298-16046DE74B88}"/>
              </a:ext>
            </a:extLst>
          </p:cNvPr>
          <p:cNvGrpSpPr/>
          <p:nvPr/>
        </p:nvGrpSpPr>
        <p:grpSpPr>
          <a:xfrm>
            <a:off x="429113" y="2215243"/>
            <a:ext cx="8671343" cy="496387"/>
            <a:chOff x="6563586" y="3052314"/>
            <a:chExt cx="6091024" cy="34867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4199F31-EE75-E949-EB0C-64B8B6422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78" b="82098"/>
            <a:stretch>
              <a:fillRect/>
            </a:stretch>
          </p:blipFill>
          <p:spPr>
            <a:xfrm>
              <a:off x="6563586" y="3052314"/>
              <a:ext cx="5709489" cy="348678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A594B720-C2BD-9CA2-BD8D-7B7E4051FA98}"/>
                </a:ext>
              </a:extLst>
            </p:cNvPr>
            <p:cNvSpPr/>
            <p:nvPr/>
          </p:nvSpPr>
          <p:spPr>
            <a:xfrm>
              <a:off x="6567700" y="3052314"/>
              <a:ext cx="6086910" cy="34867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4DEE5C5-814B-E79C-E19A-2DF345516CC0}"/>
              </a:ext>
            </a:extLst>
          </p:cNvPr>
          <p:cNvGrpSpPr/>
          <p:nvPr/>
        </p:nvGrpSpPr>
        <p:grpSpPr>
          <a:xfrm>
            <a:off x="429113" y="3848422"/>
            <a:ext cx="8671343" cy="496387"/>
            <a:chOff x="6563586" y="3052314"/>
            <a:chExt cx="6091024" cy="348678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EB4D7CA-72C7-6C0E-C18C-16E98C5E9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847" b="19847"/>
            <a:stretch/>
          </p:blipFill>
          <p:spPr>
            <a:xfrm>
              <a:off x="6563586" y="3052314"/>
              <a:ext cx="5709489" cy="348678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2A368B3B-C530-6AD0-2D50-CDAA6CA07CB4}"/>
                </a:ext>
              </a:extLst>
            </p:cNvPr>
            <p:cNvSpPr/>
            <p:nvPr/>
          </p:nvSpPr>
          <p:spPr>
            <a:xfrm>
              <a:off x="6567700" y="3052314"/>
              <a:ext cx="6086910" cy="34867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BB891D7-6E93-AAA2-8595-4DAB510935A9}"/>
              </a:ext>
            </a:extLst>
          </p:cNvPr>
          <p:cNvGrpSpPr/>
          <p:nvPr/>
        </p:nvGrpSpPr>
        <p:grpSpPr>
          <a:xfrm>
            <a:off x="421358" y="3276674"/>
            <a:ext cx="8671343" cy="496387"/>
            <a:chOff x="6563586" y="3052314"/>
            <a:chExt cx="6091024" cy="348678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6AF7D537-A6B3-7532-22BB-E012434F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847" b="19847"/>
            <a:stretch/>
          </p:blipFill>
          <p:spPr>
            <a:xfrm>
              <a:off x="6563586" y="3052314"/>
              <a:ext cx="5709489" cy="348678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B811834-5F9F-A4E4-06F8-512C581E78E1}"/>
                </a:ext>
              </a:extLst>
            </p:cNvPr>
            <p:cNvSpPr/>
            <p:nvPr/>
          </p:nvSpPr>
          <p:spPr>
            <a:xfrm>
              <a:off x="6567700" y="3052314"/>
              <a:ext cx="6086910" cy="34867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C92E13D1-B7CE-00A9-2EEC-C107C3F68F1C}"/>
              </a:ext>
            </a:extLst>
          </p:cNvPr>
          <p:cNvSpPr/>
          <p:nvPr/>
        </p:nvSpPr>
        <p:spPr>
          <a:xfrm>
            <a:off x="429114" y="297271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8F76092-3E07-9161-7FBC-D56165B0BC51}"/>
              </a:ext>
            </a:extLst>
          </p:cNvPr>
          <p:cNvSpPr/>
          <p:nvPr/>
        </p:nvSpPr>
        <p:spPr>
          <a:xfrm>
            <a:off x="780994" y="2332767"/>
            <a:ext cx="4456744" cy="1454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C252BC-6310-89FF-5E36-EE54DF362071}"/>
              </a:ext>
            </a:extLst>
          </p:cNvPr>
          <p:cNvSpPr/>
          <p:nvPr/>
        </p:nvSpPr>
        <p:spPr>
          <a:xfrm>
            <a:off x="2679167" y="3283525"/>
            <a:ext cx="5750730" cy="1454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CCB94F8-512E-178E-B600-4ADB83622B15}"/>
              </a:ext>
            </a:extLst>
          </p:cNvPr>
          <p:cNvSpPr/>
          <p:nvPr/>
        </p:nvSpPr>
        <p:spPr>
          <a:xfrm>
            <a:off x="2605145" y="3872354"/>
            <a:ext cx="5750730" cy="1454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5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5C1F-6F16-15A8-775B-3969030A3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6E25E2-CAF4-3ED0-A4D0-747D84E8D9C9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F113EF8-F027-4665-6E6C-63677214EC82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74DA86-5331-CDF7-2B4B-D0B14963C3A9}"/>
              </a:ext>
            </a:extLst>
          </p:cNvPr>
          <p:cNvSpPr txBox="1"/>
          <p:nvPr/>
        </p:nvSpPr>
        <p:spPr>
          <a:xfrm>
            <a:off x="9509760" y="1018651"/>
            <a:ext cx="2521373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getBindDataset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7A798FC8-6BE6-FB80-82EC-0050A90DB0F6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59F6BC-6EBE-53C5-AA3C-C4E16B3B64C7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Script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24DC5-926A-F676-6A89-BF44E1A3784E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7E73A5-2A99-F659-791C-58D7F59D70D5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Detail(Popup)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화면 전환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BC70FF1-9790-4D79-7995-E2AFDE8177B7}"/>
              </a:ext>
            </a:extLst>
          </p:cNvPr>
          <p:cNvGrpSpPr/>
          <p:nvPr/>
        </p:nvGrpSpPr>
        <p:grpSpPr>
          <a:xfrm>
            <a:off x="434970" y="1534334"/>
            <a:ext cx="8655827" cy="2138715"/>
            <a:chOff x="6567700" y="3052313"/>
            <a:chExt cx="6080124" cy="15023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DA7AFA8-E4FB-1369-2172-FD9D82F8D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089805"/>
              <a:ext cx="5528615" cy="1450644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0050CF36-CC92-4733-E8DA-84572C5E3AC6}"/>
                </a:ext>
              </a:extLst>
            </p:cNvPr>
            <p:cNvSpPr/>
            <p:nvPr/>
          </p:nvSpPr>
          <p:spPr>
            <a:xfrm>
              <a:off x="6567700" y="3052313"/>
              <a:ext cx="6080124" cy="150230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9FCAC415-55A9-5F54-F683-11C7744C685D}"/>
              </a:ext>
            </a:extLst>
          </p:cNvPr>
          <p:cNvSpPr/>
          <p:nvPr/>
        </p:nvSpPr>
        <p:spPr>
          <a:xfrm>
            <a:off x="413694" y="127748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CC4DDB2-2C5B-63F0-D262-F4864CEF4BC5}"/>
              </a:ext>
            </a:extLst>
          </p:cNvPr>
          <p:cNvGrpSpPr/>
          <p:nvPr/>
        </p:nvGrpSpPr>
        <p:grpSpPr>
          <a:xfrm>
            <a:off x="434970" y="3779544"/>
            <a:ext cx="8655829" cy="2071536"/>
            <a:chOff x="6567698" y="3052313"/>
            <a:chExt cx="6080126" cy="1455112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83834AEA-9D22-FB46-4F1A-184920140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8" y="3066478"/>
              <a:ext cx="5442602" cy="1428075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9BC739-5370-4487-1A9A-2FC977AE7C51}"/>
                </a:ext>
              </a:extLst>
            </p:cNvPr>
            <p:cNvSpPr/>
            <p:nvPr/>
          </p:nvSpPr>
          <p:spPr>
            <a:xfrm>
              <a:off x="6567700" y="3052313"/>
              <a:ext cx="6080124" cy="145511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06E016D-D639-EBBD-D721-FC51A65EFC66}"/>
              </a:ext>
            </a:extLst>
          </p:cNvPr>
          <p:cNvSpPr/>
          <p:nvPr/>
        </p:nvSpPr>
        <p:spPr>
          <a:xfrm>
            <a:off x="1480457" y="3836293"/>
            <a:ext cx="1431185" cy="22408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6F297C7-C2D8-B5F6-10C7-33BA071CB3F5}"/>
              </a:ext>
            </a:extLst>
          </p:cNvPr>
          <p:cNvSpPr/>
          <p:nvPr/>
        </p:nvSpPr>
        <p:spPr>
          <a:xfrm>
            <a:off x="1553664" y="1690112"/>
            <a:ext cx="4028529" cy="18153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82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C577-7E4A-5614-38F8-D34C5369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A71FB0-9470-A668-0CDB-48C0EA39499C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D9E947A-F5B0-2E9B-7D10-BC956BD07361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EA526-E4FF-3AB3-68AF-A3359C09C8F6}"/>
              </a:ext>
            </a:extLst>
          </p:cNvPr>
          <p:cNvSpPr txBox="1"/>
          <p:nvPr/>
        </p:nvSpPr>
        <p:spPr>
          <a:xfrm>
            <a:off x="9509760" y="1018651"/>
            <a:ext cx="2521373" cy="238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background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expr</a:t>
            </a:r>
            <a:r>
              <a:rPr lang="ko-KR" altLang="en-US" sz="1000" dirty="0">
                <a:solidFill>
                  <a:srgbClr val="333333"/>
                </a:solidFill>
              </a:rPr>
              <a:t>이 </a:t>
            </a:r>
            <a:r>
              <a:rPr lang="en-US" altLang="ko-KR" sz="1000" dirty="0">
                <a:solidFill>
                  <a:srgbClr val="333333"/>
                </a:solidFill>
              </a:rPr>
              <a:t>background</a:t>
            </a:r>
            <a:r>
              <a:rPr lang="ko-KR" altLang="en-US" sz="1000" dirty="0">
                <a:solidFill>
                  <a:srgbClr val="333333"/>
                </a:solidFill>
              </a:rPr>
              <a:t>에 있을 경우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en-US" altLang="ko-KR" sz="1000" dirty="0" err="1">
                <a:solidFill>
                  <a:srgbClr val="333333"/>
                </a:solidFill>
              </a:rPr>
              <a:t>cssclass</a:t>
            </a:r>
            <a:r>
              <a:rPr lang="ko-KR" altLang="en-US" sz="1000" dirty="0">
                <a:solidFill>
                  <a:srgbClr val="333333"/>
                </a:solidFill>
              </a:rPr>
              <a:t>으로 이동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(background</a:t>
            </a:r>
            <a:r>
              <a:rPr lang="ko-KR" altLang="en-US" sz="1000" dirty="0">
                <a:solidFill>
                  <a:srgbClr val="333333"/>
                </a:solidFill>
              </a:rPr>
              <a:t>에 </a:t>
            </a:r>
            <a:r>
              <a:rPr lang="en-US" altLang="ko-KR" sz="1000" dirty="0">
                <a:solidFill>
                  <a:srgbClr val="333333"/>
                </a:solidFill>
              </a:rPr>
              <a:t>expr</a:t>
            </a:r>
            <a:r>
              <a:rPr lang="ko-KR" altLang="en-US" sz="1000" dirty="0">
                <a:solidFill>
                  <a:srgbClr val="333333"/>
                </a:solidFill>
              </a:rPr>
              <a:t>이 적용이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ko-KR" altLang="en-US" sz="1000" dirty="0">
                <a:solidFill>
                  <a:srgbClr val="333333"/>
                </a:solidFill>
              </a:rPr>
              <a:t>안됩니다</a:t>
            </a:r>
            <a:r>
              <a:rPr lang="en-US" altLang="ko-KR" sz="1000" dirty="0">
                <a:solidFill>
                  <a:srgbClr val="333333"/>
                </a:solidFill>
              </a:rPr>
              <a:t>.)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 err="1">
                <a:solidFill>
                  <a:srgbClr val="333333"/>
                </a:solidFill>
              </a:rPr>
              <a:t>cssclass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comp : </a:t>
            </a:r>
            <a:r>
              <a:rPr lang="ko-KR" altLang="en-US" sz="1000" dirty="0">
                <a:solidFill>
                  <a:srgbClr val="333333"/>
                </a:solidFill>
              </a:rPr>
              <a:t>현재 </a:t>
            </a:r>
            <a:r>
              <a:rPr lang="en-US" altLang="ko-KR" sz="1000" dirty="0">
                <a:solidFill>
                  <a:srgbClr val="333333"/>
                </a:solidFill>
              </a:rPr>
              <a:t>Grid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dataset : Grid</a:t>
            </a:r>
            <a:r>
              <a:rPr lang="ko-KR" altLang="en-US" sz="1000" dirty="0">
                <a:solidFill>
                  <a:srgbClr val="333333"/>
                </a:solidFill>
              </a:rPr>
              <a:t> 바인딩 된 </a:t>
            </a:r>
            <a:r>
              <a:rPr lang="en-US" altLang="ko-KR" sz="1000" dirty="0">
                <a:solidFill>
                  <a:srgbClr val="333333"/>
                </a:solidFill>
              </a:rPr>
              <a:t>Dataset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Tab, Div</a:t>
            </a:r>
            <a:r>
              <a:rPr lang="ko-KR" altLang="en-US" sz="1000" dirty="0">
                <a:solidFill>
                  <a:srgbClr val="333333"/>
                </a:solidFill>
              </a:rPr>
              <a:t>에 </a:t>
            </a:r>
            <a:r>
              <a:rPr lang="en-US" altLang="ko-KR" sz="1000" dirty="0">
                <a:solidFill>
                  <a:srgbClr val="333333"/>
                </a:solidFill>
              </a:rPr>
              <a:t>Grid</a:t>
            </a:r>
            <a:r>
              <a:rPr lang="ko-KR" altLang="en-US" sz="1000" dirty="0">
                <a:solidFill>
                  <a:srgbClr val="333333"/>
                </a:solidFill>
              </a:rPr>
              <a:t>가 있을 경우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Script</a:t>
            </a:r>
            <a:r>
              <a:rPr lang="ko-KR" altLang="en-US" sz="1000" dirty="0">
                <a:solidFill>
                  <a:srgbClr val="333333"/>
                </a:solidFill>
              </a:rPr>
              <a:t> 함수 사용 시 </a:t>
            </a:r>
            <a:r>
              <a:rPr lang="en-US" altLang="ko-KR" sz="1000" dirty="0">
                <a:solidFill>
                  <a:srgbClr val="333333"/>
                </a:solidFill>
              </a:rPr>
              <a:t>dataset</a:t>
            </a:r>
            <a:r>
              <a:rPr lang="ko-KR" altLang="en-US" sz="1000" dirty="0">
                <a:solidFill>
                  <a:srgbClr val="333333"/>
                </a:solidFill>
              </a:rPr>
              <a:t>으로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parent</a:t>
            </a:r>
            <a:r>
              <a:rPr lang="ko-KR" altLang="en-US" sz="1000" dirty="0">
                <a:solidFill>
                  <a:srgbClr val="333333"/>
                </a:solidFill>
              </a:rPr>
              <a:t>의 사용 횟수를 줄여서 사용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EE6A5B22-030E-3E45-407C-E711718B13E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418B1-5536-A223-5F1F-8ACB4710872E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Expr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E4DC31-3D44-6715-4032-0D00C7E52ED3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0E9262-C442-BE9D-2216-247C4ADA1EB3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Grid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8038EE-21CD-F507-993D-D2D25376095C}"/>
              </a:ext>
            </a:extLst>
          </p:cNvPr>
          <p:cNvGrpSpPr/>
          <p:nvPr/>
        </p:nvGrpSpPr>
        <p:grpSpPr>
          <a:xfrm>
            <a:off x="434970" y="1534333"/>
            <a:ext cx="8655827" cy="4265640"/>
            <a:chOff x="6567700" y="3052312"/>
            <a:chExt cx="6080124" cy="299632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EB631E3-90F7-0F27-1456-D652E2E36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52313"/>
              <a:ext cx="6080124" cy="2976478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E0F0BE5-9AE2-F502-7416-5DEF422B286C}"/>
                </a:ext>
              </a:extLst>
            </p:cNvPr>
            <p:cNvSpPr/>
            <p:nvPr/>
          </p:nvSpPr>
          <p:spPr>
            <a:xfrm>
              <a:off x="6567700" y="3052312"/>
              <a:ext cx="6080124" cy="2996320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7BECFAA-508A-40E4-A47A-45CDF758CAE4}"/>
              </a:ext>
            </a:extLst>
          </p:cNvPr>
          <p:cNvSpPr/>
          <p:nvPr/>
        </p:nvSpPr>
        <p:spPr>
          <a:xfrm>
            <a:off x="5921829" y="4490754"/>
            <a:ext cx="3168968" cy="14220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07381B46-EF7C-C5E8-993D-C0BA15CD0EA2}"/>
              </a:ext>
            </a:extLst>
          </p:cNvPr>
          <p:cNvSpPr/>
          <p:nvPr/>
        </p:nvSpPr>
        <p:spPr>
          <a:xfrm>
            <a:off x="5867400" y="418053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5107235-FF1E-24AA-5470-AA538B94FE35}"/>
              </a:ext>
            </a:extLst>
          </p:cNvPr>
          <p:cNvGrpSpPr/>
          <p:nvPr/>
        </p:nvGrpSpPr>
        <p:grpSpPr>
          <a:xfrm>
            <a:off x="1127216" y="2754698"/>
            <a:ext cx="7243383" cy="282353"/>
            <a:chOff x="5908221" y="3006393"/>
            <a:chExt cx="7243383" cy="28235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EAF3A8C-6BB0-2D79-2D9D-076E8D607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424" t="-70348"/>
            <a:stretch>
              <a:fillRect/>
            </a:stretch>
          </p:blipFill>
          <p:spPr>
            <a:xfrm>
              <a:off x="5908221" y="3006393"/>
              <a:ext cx="7243383" cy="282353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D41E172-1655-6913-2A33-5025AD02557A}"/>
                </a:ext>
              </a:extLst>
            </p:cNvPr>
            <p:cNvSpPr/>
            <p:nvPr/>
          </p:nvSpPr>
          <p:spPr>
            <a:xfrm>
              <a:off x="5908222" y="3126332"/>
              <a:ext cx="7243382" cy="162413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07A24C4-8B47-CF08-E048-A655E303EDB4}"/>
              </a:ext>
            </a:extLst>
          </p:cNvPr>
          <p:cNvGrpSpPr/>
          <p:nvPr/>
        </p:nvGrpSpPr>
        <p:grpSpPr>
          <a:xfrm>
            <a:off x="1087674" y="3140539"/>
            <a:ext cx="5748555" cy="190175"/>
            <a:chOff x="5860557" y="3109882"/>
            <a:chExt cx="5748555" cy="19017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B50A4EB-D60F-9353-C954-F0ACEBE1D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09" t="-7521" r="10010" b="-12085"/>
            <a:stretch>
              <a:fillRect/>
            </a:stretch>
          </p:blipFill>
          <p:spPr>
            <a:xfrm>
              <a:off x="5860557" y="3109882"/>
              <a:ext cx="5748555" cy="190175"/>
            </a:xfrm>
            <a:prstGeom prst="rect">
              <a:avLst/>
            </a:prstGeom>
          </p:spPr>
        </p:pic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B9C9C21-4466-8351-DBA6-DAF6515CBA8A}"/>
                </a:ext>
              </a:extLst>
            </p:cNvPr>
            <p:cNvSpPr/>
            <p:nvPr/>
          </p:nvSpPr>
          <p:spPr>
            <a:xfrm>
              <a:off x="5908222" y="3126333"/>
              <a:ext cx="5700890" cy="142206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CAEE7158-B0D3-571B-6359-E26B74F55DF1}"/>
              </a:ext>
            </a:extLst>
          </p:cNvPr>
          <p:cNvSpPr/>
          <p:nvPr/>
        </p:nvSpPr>
        <p:spPr>
          <a:xfrm>
            <a:off x="1087674" y="261451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1391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9528-42A5-EE2D-5D8D-728FEE8A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1F6667-3493-5738-7BB3-3C3DD00A5BAD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99B89E3-10CC-FD74-FEB5-2B1D899FE97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F6F0D0-8087-382B-39F0-94BC0082D0B8}"/>
              </a:ext>
            </a:extLst>
          </p:cNvPr>
          <p:cNvSpPr txBox="1"/>
          <p:nvPr/>
        </p:nvSpPr>
        <p:spPr>
          <a:xfrm>
            <a:off x="9509760" y="1018651"/>
            <a:ext cx="2521373" cy="84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CSS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Grid</a:t>
            </a:r>
            <a:r>
              <a:rPr lang="ko-KR" altLang="en-US" sz="1000" dirty="0">
                <a:solidFill>
                  <a:srgbClr val="333333"/>
                </a:solidFill>
              </a:rPr>
              <a:t>의 </a:t>
            </a:r>
            <a:r>
              <a:rPr lang="en-US" altLang="ko-KR" sz="1000" dirty="0" err="1">
                <a:solidFill>
                  <a:srgbClr val="333333"/>
                </a:solidFill>
              </a:rPr>
              <a:t>cssclass</a:t>
            </a:r>
            <a:r>
              <a:rPr lang="ko-KR" altLang="en-US" sz="1000" dirty="0">
                <a:solidFill>
                  <a:srgbClr val="333333"/>
                </a:solidFill>
              </a:rPr>
              <a:t>에는 </a:t>
            </a:r>
            <a:r>
              <a:rPr lang="ko-KR" altLang="en-US" sz="1000" dirty="0" err="1">
                <a:solidFill>
                  <a:srgbClr val="333333"/>
                </a:solidFill>
              </a:rPr>
              <a:t>헥스</a:t>
            </a:r>
            <a:r>
              <a:rPr lang="ko-KR" altLang="en-US" sz="1000" dirty="0">
                <a:solidFill>
                  <a:srgbClr val="333333"/>
                </a:solidFill>
              </a:rPr>
              <a:t> 코드가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아닌 </a:t>
            </a:r>
            <a:r>
              <a:rPr lang="en-US" altLang="ko-KR" sz="1000" dirty="0">
                <a:solidFill>
                  <a:srgbClr val="333333"/>
                </a:solidFill>
              </a:rPr>
              <a:t>CSS</a:t>
            </a:r>
            <a:r>
              <a:rPr lang="ko-KR" altLang="en-US" sz="1000" dirty="0">
                <a:solidFill>
                  <a:srgbClr val="333333"/>
                </a:solidFill>
              </a:rPr>
              <a:t>로 수정하여 사용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5828FCA1-F798-CDFA-5299-D4F9CD05CE7F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2A947-C476-A9B4-91D8-A06663CA6634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Expr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69862-2870-62D0-63CC-B2D66E39529F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BABB1E-A20C-79E4-ACE3-6111197F42C3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Grid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1218F8C-6A91-BEC1-E4CD-F2448DA7DC3F}"/>
              </a:ext>
            </a:extLst>
          </p:cNvPr>
          <p:cNvGrpSpPr/>
          <p:nvPr/>
        </p:nvGrpSpPr>
        <p:grpSpPr>
          <a:xfrm>
            <a:off x="434970" y="1534332"/>
            <a:ext cx="8655827" cy="1502720"/>
            <a:chOff x="6567700" y="3052312"/>
            <a:chExt cx="6080124" cy="10555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B5C7904-3E16-5E0A-793B-0E53244A2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4770" y="3052312"/>
              <a:ext cx="2820339" cy="1050184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098F641-2C4A-4927-21D1-ED68076E45C9}"/>
                </a:ext>
              </a:extLst>
            </p:cNvPr>
            <p:cNvSpPr/>
            <p:nvPr/>
          </p:nvSpPr>
          <p:spPr>
            <a:xfrm>
              <a:off x="6567700" y="3052313"/>
              <a:ext cx="6080124" cy="105555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F9A6D3A-D4B0-E2DB-C883-86F413D11591}"/>
              </a:ext>
            </a:extLst>
          </p:cNvPr>
          <p:cNvSpPr/>
          <p:nvPr/>
        </p:nvSpPr>
        <p:spPr>
          <a:xfrm>
            <a:off x="792983" y="1992841"/>
            <a:ext cx="1027108" cy="1233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F9ACBD9A-8AB0-9A97-339A-4DBB219EC6C5}"/>
              </a:ext>
            </a:extLst>
          </p:cNvPr>
          <p:cNvSpPr/>
          <p:nvPr/>
        </p:nvSpPr>
        <p:spPr>
          <a:xfrm>
            <a:off x="357958" y="125678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FF3CC13-5C77-DE00-204E-739D9E741541}"/>
              </a:ext>
            </a:extLst>
          </p:cNvPr>
          <p:cNvSpPr/>
          <p:nvPr/>
        </p:nvSpPr>
        <p:spPr>
          <a:xfrm>
            <a:off x="797338" y="2415207"/>
            <a:ext cx="1027108" cy="1233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B7B5E3-21BD-E6AB-EB6A-78383513D7F2}"/>
              </a:ext>
            </a:extLst>
          </p:cNvPr>
          <p:cNvSpPr/>
          <p:nvPr/>
        </p:nvSpPr>
        <p:spPr>
          <a:xfrm>
            <a:off x="671063" y="2689527"/>
            <a:ext cx="1027108" cy="1233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34444CB-7E9D-BA78-F559-0D6C9A9CB416}"/>
              </a:ext>
            </a:extLst>
          </p:cNvPr>
          <p:cNvGrpSpPr/>
          <p:nvPr/>
        </p:nvGrpSpPr>
        <p:grpSpPr>
          <a:xfrm>
            <a:off x="434970" y="3125093"/>
            <a:ext cx="8655827" cy="1502720"/>
            <a:chOff x="6567700" y="3052312"/>
            <a:chExt cx="6080124" cy="1055558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E3C5A8F-F2DF-7774-862E-34866ED7B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4770" y="3052312"/>
              <a:ext cx="2820337" cy="1050184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380B644-E167-AFED-0424-6BE974F0F915}"/>
                </a:ext>
              </a:extLst>
            </p:cNvPr>
            <p:cNvSpPr/>
            <p:nvPr/>
          </p:nvSpPr>
          <p:spPr>
            <a:xfrm>
              <a:off x="6567700" y="3052313"/>
              <a:ext cx="6080124" cy="1055557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CA5BBDB-B62D-F56B-2593-F1181D251609}"/>
              </a:ext>
            </a:extLst>
          </p:cNvPr>
          <p:cNvSpPr/>
          <p:nvPr/>
        </p:nvSpPr>
        <p:spPr>
          <a:xfrm>
            <a:off x="792983" y="3583602"/>
            <a:ext cx="1027108" cy="1233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966CF35-4955-F48C-2F8C-E256BEA4E780}"/>
              </a:ext>
            </a:extLst>
          </p:cNvPr>
          <p:cNvSpPr/>
          <p:nvPr/>
        </p:nvSpPr>
        <p:spPr>
          <a:xfrm>
            <a:off x="797338" y="4005968"/>
            <a:ext cx="1027108" cy="1233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0FD8B5-72F5-492C-5239-5FF4A7476256}"/>
              </a:ext>
            </a:extLst>
          </p:cNvPr>
          <p:cNvSpPr/>
          <p:nvPr/>
        </p:nvSpPr>
        <p:spPr>
          <a:xfrm>
            <a:off x="671063" y="4280288"/>
            <a:ext cx="1027108" cy="12334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198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3989-9560-F9F1-FD02-A0C889DE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1D64CA-525C-9A8F-D4AC-C4D4442F145E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B608FB7-6847-54CF-2206-991A3ED3EB1A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CC224C-5E76-0F85-A69A-843CDB4ECB85}"/>
              </a:ext>
            </a:extLst>
          </p:cNvPr>
          <p:cNvSpPr txBox="1"/>
          <p:nvPr/>
        </p:nvSpPr>
        <p:spPr>
          <a:xfrm>
            <a:off x="9509760" y="1018651"/>
            <a:ext cx="2521373" cy="84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displaytype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ko-KR" altLang="en-US" sz="1000" dirty="0">
                <a:solidFill>
                  <a:srgbClr val="333333"/>
                </a:solidFill>
              </a:rPr>
              <a:t>전환 시 아래와 같이 수정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b="1" dirty="0">
                <a:solidFill>
                  <a:srgbClr val="333333"/>
                </a:solidFill>
              </a:rPr>
              <a:t>  </a:t>
            </a:r>
            <a:r>
              <a:rPr lang="en-US" altLang="ko-KR" sz="1000" dirty="0">
                <a:solidFill>
                  <a:srgbClr val="333333"/>
                </a:solidFill>
              </a:rPr>
              <a:t>- combo :</a:t>
            </a:r>
            <a:r>
              <a:rPr lang="ko-KR" altLang="en-US" sz="1000" dirty="0">
                <a:solidFill>
                  <a:srgbClr val="333333"/>
                </a:solidFill>
              </a:rPr>
              <a:t> </a:t>
            </a:r>
            <a:r>
              <a:rPr lang="en-US" altLang="ko-KR" sz="1000" dirty="0" err="1">
                <a:solidFill>
                  <a:srgbClr val="333333"/>
                </a:solidFill>
              </a:rPr>
              <a:t>combotext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checkbox : </a:t>
            </a:r>
            <a:r>
              <a:rPr lang="en-US" altLang="ko-KR" sz="1000" dirty="0" err="1">
                <a:solidFill>
                  <a:srgbClr val="333333"/>
                </a:solidFill>
              </a:rPr>
              <a:t>checkboxcontrol</a:t>
            </a: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2" name="모서리가 둥근 직사각형 46">
            <a:extLst>
              <a:ext uri="{FF2B5EF4-FFF2-40B4-BE49-F238E27FC236}">
                <a16:creationId xmlns:a16="http://schemas.microsoft.com/office/drawing/2014/main" id="{1D03EFFE-5094-0400-A75B-518D0EBEBF03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256252-E51A-FCA6-464F-A03B61D9BA15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Display Type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982CD0-F7D6-FB44-E607-299A52695BB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BC20BE-A9ED-B555-7931-E6A3C61DA3F0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Grid </a:t>
            </a:r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전환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EB54934-D664-7BDE-ACCB-17501630C429}"/>
              </a:ext>
            </a:extLst>
          </p:cNvPr>
          <p:cNvGrpSpPr/>
          <p:nvPr/>
        </p:nvGrpSpPr>
        <p:grpSpPr>
          <a:xfrm>
            <a:off x="434970" y="1534332"/>
            <a:ext cx="8663903" cy="4176666"/>
            <a:chOff x="6567700" y="3052312"/>
            <a:chExt cx="6085797" cy="293382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A06AE73-6418-E0E0-B830-4A7B40696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3892" y="3052312"/>
              <a:ext cx="6059605" cy="2933822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75D6EA1-831F-4B3C-C27B-B479967F1B85}"/>
                </a:ext>
              </a:extLst>
            </p:cNvPr>
            <p:cNvSpPr/>
            <p:nvPr/>
          </p:nvSpPr>
          <p:spPr>
            <a:xfrm>
              <a:off x="6567700" y="3052313"/>
              <a:ext cx="6080124" cy="293382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9BC0553-2A5F-1659-BAF6-FFDE5B8AD364}"/>
              </a:ext>
            </a:extLst>
          </p:cNvPr>
          <p:cNvSpPr/>
          <p:nvPr/>
        </p:nvSpPr>
        <p:spPr>
          <a:xfrm>
            <a:off x="4999223" y="5110509"/>
            <a:ext cx="757143" cy="14076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C4D94AFF-2FAB-8198-AA53-0960DD633742}"/>
              </a:ext>
            </a:extLst>
          </p:cNvPr>
          <p:cNvSpPr/>
          <p:nvPr/>
        </p:nvSpPr>
        <p:spPr>
          <a:xfrm>
            <a:off x="357958" y="1256789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4946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681F8-CE15-19A0-E767-73C0ECD1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DDBC18-A3BB-5741-8DA6-037480D31F94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30B3745-5F97-67E0-8884-B5CE96B09414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029DDB-69B4-6833-93ED-95865B5A7D39}"/>
              </a:ext>
            </a:extLst>
          </p:cNvPr>
          <p:cNvSpPr txBox="1"/>
          <p:nvPr/>
        </p:nvSpPr>
        <p:spPr>
          <a:xfrm>
            <a:off x="9509760" y="1018651"/>
            <a:ext cx="2521373" cy="141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com.lastDateSet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Sql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문은 보안상 문제로 서버로 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이동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Mapping Id </a:t>
            </a:r>
            <a:r>
              <a:rPr lang="ko-KR" altLang="en-US" sz="1000" dirty="0">
                <a:solidFill>
                  <a:srgbClr val="333333"/>
                </a:solidFill>
              </a:rPr>
              <a:t>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Sql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  <a:r>
              <a:rPr lang="ko-KR" altLang="en-US" sz="1000" dirty="0">
                <a:solidFill>
                  <a:srgbClr val="333333"/>
                </a:solidFill>
              </a:rPr>
              <a:t>문에 사용하던 </a:t>
            </a:r>
            <a:r>
              <a:rPr lang="en-US" altLang="ko-KR" sz="1000" dirty="0">
                <a:solidFill>
                  <a:srgbClr val="333333"/>
                </a:solidFill>
              </a:rPr>
              <a:t>Parameter </a:t>
            </a:r>
            <a:r>
              <a:rPr lang="ko-KR" altLang="en-US" sz="1000" dirty="0">
                <a:solidFill>
                  <a:srgbClr val="333333"/>
                </a:solidFill>
              </a:rPr>
              <a:t>추가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공통 함수 </a:t>
            </a:r>
            <a:r>
              <a:rPr lang="en-US" altLang="ko-KR" sz="1000" b="1" dirty="0">
                <a:solidFill>
                  <a:srgbClr val="333333"/>
                </a:solidFill>
              </a:rPr>
              <a:t>- </a:t>
            </a:r>
            <a:r>
              <a:rPr lang="en-US" altLang="ko-KR" sz="1000" b="1" dirty="0" err="1">
                <a:solidFill>
                  <a:srgbClr val="333333"/>
                </a:solidFill>
              </a:rPr>
              <a:t>lastDateSet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90CEAC-2025-0F9C-64FE-163A772652D0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93B403-0906-25C6-7016-5EEE2F0CE4D8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Script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B1CF1AE-E96E-3F66-0768-9763C95672A1}"/>
              </a:ext>
            </a:extLst>
          </p:cNvPr>
          <p:cNvGrpSpPr/>
          <p:nvPr/>
        </p:nvGrpSpPr>
        <p:grpSpPr>
          <a:xfrm>
            <a:off x="434975" y="1728036"/>
            <a:ext cx="8655827" cy="1077104"/>
            <a:chOff x="6567700" y="3052312"/>
            <a:chExt cx="6080124" cy="75659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CD66FF1-06CE-2EC1-1147-8335F702F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59297"/>
              <a:ext cx="6080124" cy="749604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8D962914-6BE1-7CD7-B1E9-667B85B4D40B}"/>
                </a:ext>
              </a:extLst>
            </p:cNvPr>
            <p:cNvSpPr/>
            <p:nvPr/>
          </p:nvSpPr>
          <p:spPr>
            <a:xfrm>
              <a:off x="6567700" y="3052312"/>
              <a:ext cx="6080124" cy="75659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976E0D8-BCD8-AB07-BE58-54ABE1ECB193}"/>
              </a:ext>
            </a:extLst>
          </p:cNvPr>
          <p:cNvSpPr/>
          <p:nvPr/>
        </p:nvSpPr>
        <p:spPr>
          <a:xfrm>
            <a:off x="1010194" y="2452947"/>
            <a:ext cx="1593669" cy="14220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1CCCA268-562A-2F27-448F-4BDE6659FC56}"/>
              </a:ext>
            </a:extLst>
          </p:cNvPr>
          <p:cNvSpPr/>
          <p:nvPr/>
        </p:nvSpPr>
        <p:spPr>
          <a:xfrm>
            <a:off x="429115" y="415553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812DE325-E00D-4253-62BD-E2F458231CC7}"/>
              </a:ext>
            </a:extLst>
          </p:cNvPr>
          <p:cNvSpPr/>
          <p:nvPr/>
        </p:nvSpPr>
        <p:spPr>
          <a:xfrm>
            <a:off x="434975" y="1471265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C5808-00BF-9079-3EF1-DB9CA35D01EF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com.lastDateSet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1659C211-7AA9-882E-3A2E-1A9CC4D4372D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A726924-34AE-EF4D-F597-24ACA6D6688B}"/>
              </a:ext>
            </a:extLst>
          </p:cNvPr>
          <p:cNvGrpSpPr/>
          <p:nvPr/>
        </p:nvGrpSpPr>
        <p:grpSpPr>
          <a:xfrm>
            <a:off x="429116" y="2942398"/>
            <a:ext cx="8655827" cy="802956"/>
            <a:chOff x="6567700" y="3052312"/>
            <a:chExt cx="6080124" cy="564022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3C675B8-C12F-4ABE-AD3F-AC8AB81CC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83282"/>
              <a:ext cx="6080124" cy="533052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6DDA703-9F7A-F80C-5B0A-E5CC0B5C9C35}"/>
                </a:ext>
              </a:extLst>
            </p:cNvPr>
            <p:cNvSpPr/>
            <p:nvPr/>
          </p:nvSpPr>
          <p:spPr>
            <a:xfrm>
              <a:off x="6567700" y="3052312"/>
              <a:ext cx="6080124" cy="54978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0421089-FCE1-E189-3BFF-A434E71F8B9C}"/>
              </a:ext>
            </a:extLst>
          </p:cNvPr>
          <p:cNvGrpSpPr/>
          <p:nvPr/>
        </p:nvGrpSpPr>
        <p:grpSpPr>
          <a:xfrm>
            <a:off x="429115" y="4421170"/>
            <a:ext cx="8655828" cy="919948"/>
            <a:chOff x="6567699" y="3052312"/>
            <a:chExt cx="6080125" cy="64620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C8A42C8-EB30-FE4A-EA78-7574770AB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699" y="3060679"/>
              <a:ext cx="5456468" cy="637834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9F94BAA-079C-4D94-64CC-1110BA998D90}"/>
                </a:ext>
              </a:extLst>
            </p:cNvPr>
            <p:cNvSpPr/>
            <p:nvPr/>
          </p:nvSpPr>
          <p:spPr>
            <a:xfrm>
              <a:off x="6567700" y="3052312"/>
              <a:ext cx="6080124" cy="64620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B2E1C41-F3A2-8645-C812-2DAF13077613}"/>
              </a:ext>
            </a:extLst>
          </p:cNvPr>
          <p:cNvSpPr/>
          <p:nvPr/>
        </p:nvSpPr>
        <p:spPr>
          <a:xfrm>
            <a:off x="657715" y="2050539"/>
            <a:ext cx="8427228" cy="402404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7C75C61-BA4F-7DE1-A10D-A70512503E4F}"/>
              </a:ext>
            </a:extLst>
          </p:cNvPr>
          <p:cNvSpPr/>
          <p:nvPr/>
        </p:nvSpPr>
        <p:spPr>
          <a:xfrm>
            <a:off x="543415" y="3270970"/>
            <a:ext cx="4603351" cy="13408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2D2501D-84DF-F9D4-2B00-225649E6C225}"/>
              </a:ext>
            </a:extLst>
          </p:cNvPr>
          <p:cNvSpPr/>
          <p:nvPr/>
        </p:nvSpPr>
        <p:spPr>
          <a:xfrm>
            <a:off x="1010195" y="3423370"/>
            <a:ext cx="2856412" cy="14492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140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1668-B2F6-D477-FCF6-D780D1E5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A8D0F4-E9BD-7DF9-C3EB-BD6D54CD5EFC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3BCD710-6BC0-B1BF-3B78-E01888CFF6FC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070705-4876-FA43-EF60-A9F3A449FD1E}"/>
              </a:ext>
            </a:extLst>
          </p:cNvPr>
          <p:cNvSpPr txBox="1"/>
          <p:nvPr/>
        </p:nvSpPr>
        <p:spPr>
          <a:xfrm>
            <a:off x="9509760" y="1018651"/>
            <a:ext cx="2521373" cy="10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EstimateCharterBaseController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 err="1">
                <a:solidFill>
                  <a:srgbClr val="333333"/>
                </a:solidFill>
              </a:rPr>
              <a:t>EstimateCharterBaseService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③ </a:t>
            </a:r>
            <a:r>
              <a:rPr lang="en-US" altLang="ko-KR" sz="1000" b="1" dirty="0" err="1">
                <a:solidFill>
                  <a:srgbClr val="333333"/>
                </a:solidFill>
              </a:rPr>
              <a:t>EstimateCharterBaseMapper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24CC7-76EA-B57D-E3A3-1D1B3C3AAA7F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8EC693-E68F-1F3A-7E26-2C3BBF6EA11B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Script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E18830-EABE-AA85-612B-0B34C388E207}"/>
              </a:ext>
            </a:extLst>
          </p:cNvPr>
          <p:cNvGrpSpPr/>
          <p:nvPr/>
        </p:nvGrpSpPr>
        <p:grpSpPr>
          <a:xfrm>
            <a:off x="420007" y="1419557"/>
            <a:ext cx="5675991" cy="1627383"/>
            <a:chOff x="6557187" y="3043613"/>
            <a:chExt cx="3986994" cy="114312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6C4038F-EA85-A2FE-9D05-66779679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57187" y="3043613"/>
              <a:ext cx="3986994" cy="1143126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9E9D00C5-8806-71E8-962D-DDFAAB77F0C6}"/>
                </a:ext>
              </a:extLst>
            </p:cNvPr>
            <p:cNvSpPr/>
            <p:nvPr/>
          </p:nvSpPr>
          <p:spPr>
            <a:xfrm>
              <a:off x="6567700" y="3052311"/>
              <a:ext cx="3976481" cy="113442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DFA5026-5C97-142B-2F32-A9E583B551B0}"/>
              </a:ext>
            </a:extLst>
          </p:cNvPr>
          <p:cNvSpPr/>
          <p:nvPr/>
        </p:nvSpPr>
        <p:spPr>
          <a:xfrm>
            <a:off x="1227909" y="2005525"/>
            <a:ext cx="4302034" cy="13408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BB10A3BF-E3CE-9DD6-DCBD-4EA6A2062C44}"/>
              </a:ext>
            </a:extLst>
          </p:cNvPr>
          <p:cNvSpPr/>
          <p:nvPr/>
        </p:nvSpPr>
        <p:spPr>
          <a:xfrm>
            <a:off x="438058" y="3095884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AA8A70F7-5CEE-07CC-7B24-AFCA5D94ACD5}"/>
              </a:ext>
            </a:extLst>
          </p:cNvPr>
          <p:cNvSpPr/>
          <p:nvPr/>
        </p:nvSpPr>
        <p:spPr>
          <a:xfrm>
            <a:off x="434975" y="117517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6B1D33-4F0C-549D-1A05-10044EB95BAF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com.lastDateSet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35A08B77-B29C-362C-B7C8-368A34139DD0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E8EF1B9-76FB-1D55-2EC3-B47645A1C42D}"/>
              </a:ext>
            </a:extLst>
          </p:cNvPr>
          <p:cNvGrpSpPr/>
          <p:nvPr/>
        </p:nvGrpSpPr>
        <p:grpSpPr>
          <a:xfrm>
            <a:off x="420006" y="3358482"/>
            <a:ext cx="5675991" cy="598466"/>
            <a:chOff x="6561302" y="3052312"/>
            <a:chExt cx="5055578" cy="533052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C6CD88-98D7-D0E8-C8B2-AD11F5131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1302" y="3052312"/>
              <a:ext cx="5049180" cy="533052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94385A0-E9E9-E079-6B9C-AC6FDF3FFD9F}"/>
                </a:ext>
              </a:extLst>
            </p:cNvPr>
            <p:cNvSpPr/>
            <p:nvPr/>
          </p:nvSpPr>
          <p:spPr>
            <a:xfrm>
              <a:off x="6567700" y="3052312"/>
              <a:ext cx="5049180" cy="53305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4FB4105-76C7-776F-5E25-DC5CF44B418E}"/>
              </a:ext>
            </a:extLst>
          </p:cNvPr>
          <p:cNvGrpSpPr/>
          <p:nvPr/>
        </p:nvGrpSpPr>
        <p:grpSpPr>
          <a:xfrm>
            <a:off x="427187" y="4268490"/>
            <a:ext cx="5675991" cy="1569804"/>
            <a:chOff x="6561301" y="3052312"/>
            <a:chExt cx="2449530" cy="64620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4DCC7FEE-833E-1936-340C-5D5CDF837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1301" y="3060679"/>
              <a:ext cx="2443131" cy="637834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956192F-6950-C0B2-4950-0A830001CA7C}"/>
                </a:ext>
              </a:extLst>
            </p:cNvPr>
            <p:cNvSpPr/>
            <p:nvPr/>
          </p:nvSpPr>
          <p:spPr>
            <a:xfrm>
              <a:off x="6567700" y="3052312"/>
              <a:ext cx="2443131" cy="64620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C7FD187-B892-3221-6CA9-05A56907E37B}"/>
              </a:ext>
            </a:extLst>
          </p:cNvPr>
          <p:cNvSpPr/>
          <p:nvPr/>
        </p:nvSpPr>
        <p:spPr>
          <a:xfrm>
            <a:off x="420008" y="1430629"/>
            <a:ext cx="2340609" cy="142207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73F456E-C281-F80D-889C-2ADF91E2FCFD}"/>
              </a:ext>
            </a:extLst>
          </p:cNvPr>
          <p:cNvSpPr/>
          <p:nvPr/>
        </p:nvSpPr>
        <p:spPr>
          <a:xfrm>
            <a:off x="3618412" y="2140507"/>
            <a:ext cx="2059577" cy="1672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7B4DD6A7-C6E6-EF04-5BAC-E89618077DF0}"/>
              </a:ext>
            </a:extLst>
          </p:cNvPr>
          <p:cNvSpPr/>
          <p:nvPr/>
        </p:nvSpPr>
        <p:spPr>
          <a:xfrm>
            <a:off x="442015" y="400589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ECFB58C-D151-A09B-707B-8BFCED742734}"/>
              </a:ext>
            </a:extLst>
          </p:cNvPr>
          <p:cNvSpPr/>
          <p:nvPr/>
        </p:nvSpPr>
        <p:spPr>
          <a:xfrm>
            <a:off x="560523" y="4895895"/>
            <a:ext cx="3057889" cy="78693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026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26FB-920E-41C4-FACE-038DF125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A3775985-0B8A-C974-4D9E-F7261C56EA0F}"/>
              </a:ext>
            </a:extLst>
          </p:cNvPr>
          <p:cNvGrpSpPr/>
          <p:nvPr/>
        </p:nvGrpSpPr>
        <p:grpSpPr>
          <a:xfrm>
            <a:off x="427188" y="2988530"/>
            <a:ext cx="5701864" cy="1627382"/>
            <a:chOff x="8152066" y="3052312"/>
            <a:chExt cx="1867652" cy="533052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603DF0F-D381-DC71-502F-69C2DBF54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52066" y="3052312"/>
              <a:ext cx="1867652" cy="533052"/>
            </a:xfrm>
            <a:prstGeom prst="rect">
              <a:avLst/>
            </a:prstGeom>
          </p:spPr>
        </p:pic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733B252-D096-78F6-4F15-8EE930309169}"/>
                </a:ext>
              </a:extLst>
            </p:cNvPr>
            <p:cNvSpPr/>
            <p:nvPr/>
          </p:nvSpPr>
          <p:spPr>
            <a:xfrm>
              <a:off x="8152066" y="3052312"/>
              <a:ext cx="1867652" cy="533052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383341B-AEC8-E947-5165-2B087C5B26A7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F4A3CDA-2C79-1C89-0E86-60297BA95C5C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94C2D-F08A-0B17-6E8E-361B2A04CB23}"/>
              </a:ext>
            </a:extLst>
          </p:cNvPr>
          <p:cNvSpPr txBox="1"/>
          <p:nvPr/>
        </p:nvSpPr>
        <p:spPr>
          <a:xfrm>
            <a:off x="9509760" y="1018651"/>
            <a:ext cx="2521373" cy="10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 err="1">
                <a:solidFill>
                  <a:srgbClr val="333333"/>
                </a:solidFill>
              </a:rPr>
              <a:t>takeval.check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 err="1">
                <a:solidFill>
                  <a:srgbClr val="333333"/>
                </a:solidFill>
              </a:rPr>
              <a:t>takeval.checkValidation</a:t>
            </a: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endParaRPr lang="en-US" altLang="ko-KR" sz="1000" b="1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③ </a:t>
            </a:r>
            <a:r>
              <a:rPr lang="en-US" altLang="ko-KR" sz="1000" b="1" dirty="0" err="1">
                <a:solidFill>
                  <a:srgbClr val="333333"/>
                </a:solidFill>
              </a:rPr>
              <a:t>takeval.checkComp</a:t>
            </a:r>
            <a:endParaRPr lang="en-US" altLang="ko-KR" sz="1000" b="1" dirty="0">
              <a:solidFill>
                <a:srgbClr val="33333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6C9B3-7C83-8AB4-DA76-0F93AE8F47F6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A1DED4-6C55-AC92-EE9E-410AE3F154FC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_</a:t>
            </a:r>
            <a:r>
              <a:rPr lang="en-US" altLang="ko-KR" sz="1600" b="1" dirty="0" err="1">
                <a:latin typeface="나눔스퀘어 ExtraBold" panose="020B0600000101010101" pitchFamily="50" charset="-127"/>
                <a:ea typeface="나눔스퀘어_ac Bold" panose="020B0600000101010101"/>
              </a:rPr>
              <a:t>takeval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872929D-3C44-C42F-DB11-D518AEDAFDAA}"/>
              </a:ext>
            </a:extLst>
          </p:cNvPr>
          <p:cNvGrpSpPr/>
          <p:nvPr/>
        </p:nvGrpSpPr>
        <p:grpSpPr>
          <a:xfrm>
            <a:off x="427189" y="1256342"/>
            <a:ext cx="4791370" cy="1627383"/>
            <a:chOff x="6567700" y="3043613"/>
            <a:chExt cx="3365609" cy="114312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F052B39-A41C-AB9A-C0A2-BC39675B1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72647" y="3043613"/>
              <a:ext cx="3360662" cy="1143126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F22A1EA-D960-5523-F247-2385CB8DAF73}"/>
                </a:ext>
              </a:extLst>
            </p:cNvPr>
            <p:cNvSpPr/>
            <p:nvPr/>
          </p:nvSpPr>
          <p:spPr>
            <a:xfrm>
              <a:off x="6567700" y="3052311"/>
              <a:ext cx="3365609" cy="1134428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1555BC37-953E-6FBA-2FA4-D71A22189C67}"/>
              </a:ext>
            </a:extLst>
          </p:cNvPr>
          <p:cNvSpPr/>
          <p:nvPr/>
        </p:nvSpPr>
        <p:spPr>
          <a:xfrm>
            <a:off x="464476" y="4060542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54884078-DBBB-BD72-2EFF-B4F22E543278}"/>
              </a:ext>
            </a:extLst>
          </p:cNvPr>
          <p:cNvSpPr/>
          <p:nvPr/>
        </p:nvSpPr>
        <p:spPr>
          <a:xfrm>
            <a:off x="447149" y="2257670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09EB8-47C9-4540-C7F0-BAFD6AB1D905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takeval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async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02A6F8E7-DD34-4A58-2470-79207DCBCAE9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F55EF82-66C4-3B68-3C97-0C9BE15CA8A9}"/>
              </a:ext>
            </a:extLst>
          </p:cNvPr>
          <p:cNvGrpSpPr/>
          <p:nvPr/>
        </p:nvGrpSpPr>
        <p:grpSpPr>
          <a:xfrm>
            <a:off x="427189" y="4710439"/>
            <a:ext cx="4808433" cy="1569804"/>
            <a:chOff x="6567700" y="3052312"/>
            <a:chExt cx="2075127" cy="64620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16F075F-9206-1779-C9CD-731215C09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67700" y="3056496"/>
              <a:ext cx="2075127" cy="637834"/>
            </a:xfrm>
            <a:prstGeom prst="rect">
              <a:avLst/>
            </a:prstGeom>
          </p:spPr>
        </p:pic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92AD0CE-E1FF-3475-0956-5675412B64E6}"/>
                </a:ext>
              </a:extLst>
            </p:cNvPr>
            <p:cNvSpPr/>
            <p:nvPr/>
          </p:nvSpPr>
          <p:spPr>
            <a:xfrm>
              <a:off x="6567700" y="3052312"/>
              <a:ext cx="2075127" cy="64620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EAD9FFB-9903-2AD1-E65C-153117758436}"/>
              </a:ext>
            </a:extLst>
          </p:cNvPr>
          <p:cNvSpPr/>
          <p:nvPr/>
        </p:nvSpPr>
        <p:spPr>
          <a:xfrm>
            <a:off x="464476" y="2519451"/>
            <a:ext cx="1443628" cy="15386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FD81D26C-162E-25BA-0548-A396D6AB0707}"/>
              </a:ext>
            </a:extLst>
          </p:cNvPr>
          <p:cNvSpPr/>
          <p:nvPr/>
        </p:nvSpPr>
        <p:spPr>
          <a:xfrm>
            <a:off x="427188" y="5644391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C20C605-F006-920B-96AF-E93D4C81E15E}"/>
              </a:ext>
            </a:extLst>
          </p:cNvPr>
          <p:cNvSpPr/>
          <p:nvPr/>
        </p:nvSpPr>
        <p:spPr>
          <a:xfrm>
            <a:off x="430540" y="5915636"/>
            <a:ext cx="1633391" cy="17405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F9CB125-2A67-D1B1-9C42-4F4EA5A00307}"/>
              </a:ext>
            </a:extLst>
          </p:cNvPr>
          <p:cNvSpPr/>
          <p:nvPr/>
        </p:nvSpPr>
        <p:spPr>
          <a:xfrm>
            <a:off x="427189" y="4331787"/>
            <a:ext cx="1436445" cy="16183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38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3659-4AC6-3067-AE41-67311C1F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08C833-9699-6832-4256-22BC4D8E2D5B}"/>
              </a:ext>
            </a:extLst>
          </p:cNvPr>
          <p:cNvSpPr txBox="1"/>
          <p:nvPr/>
        </p:nvSpPr>
        <p:spPr>
          <a:xfrm>
            <a:off x="9767676" y="691370"/>
            <a:ext cx="3318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가이드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E6E21E4-4C10-0F33-5708-6029B5D561E0}"/>
              </a:ext>
            </a:extLst>
          </p:cNvPr>
          <p:cNvSpPr/>
          <p:nvPr/>
        </p:nvSpPr>
        <p:spPr>
          <a:xfrm>
            <a:off x="9574843" y="699065"/>
            <a:ext cx="138499" cy="1384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9F67-35A9-B0D6-305A-5EAE223AEE9F}"/>
              </a:ext>
            </a:extLst>
          </p:cNvPr>
          <p:cNvSpPr txBox="1"/>
          <p:nvPr/>
        </p:nvSpPr>
        <p:spPr>
          <a:xfrm>
            <a:off x="9509760" y="1018651"/>
            <a:ext cx="2521373" cy="2188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① </a:t>
            </a:r>
            <a:r>
              <a:rPr lang="en-US" altLang="ko-KR" sz="1000" b="1" dirty="0">
                <a:solidFill>
                  <a:srgbClr val="333333"/>
                </a:solidFill>
              </a:rPr>
              <a:t>async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takeval.check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en-US" altLang="ko-KR" sz="1000" dirty="0" err="1">
                <a:solidFill>
                  <a:srgbClr val="333333"/>
                </a:solidFill>
              </a:rPr>
              <a:t>takeval.checkComp</a:t>
            </a:r>
            <a:r>
              <a:rPr lang="en-US" altLang="ko-KR" sz="1000" dirty="0">
                <a:solidFill>
                  <a:srgbClr val="333333"/>
                </a:solidFill>
              </a:rPr>
              <a:t> 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사용하는 함수에 </a:t>
            </a:r>
            <a:r>
              <a:rPr lang="en-US" altLang="ko-KR" sz="1000" dirty="0">
                <a:solidFill>
                  <a:srgbClr val="333333"/>
                </a:solidFill>
              </a:rPr>
              <a:t>async </a:t>
            </a:r>
            <a:r>
              <a:rPr lang="ko-KR" altLang="en-US" sz="1000" dirty="0">
                <a:solidFill>
                  <a:srgbClr val="333333"/>
                </a:solidFill>
              </a:rPr>
              <a:t>선언 또는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(async () =&gt; {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}).call(this);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 </a:t>
            </a:r>
            <a:r>
              <a:rPr lang="ko-KR" altLang="en-US" sz="1000" dirty="0">
                <a:solidFill>
                  <a:srgbClr val="333333"/>
                </a:solidFill>
              </a:rPr>
              <a:t>사용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</a:p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ko-KR" altLang="en-US" sz="1000" b="1" dirty="0">
                <a:solidFill>
                  <a:srgbClr val="333333"/>
                </a:solidFill>
              </a:rPr>
              <a:t>② </a:t>
            </a:r>
            <a:r>
              <a:rPr lang="en-US" altLang="ko-KR" sz="1000" b="1" dirty="0">
                <a:solidFill>
                  <a:srgbClr val="333333"/>
                </a:solidFill>
              </a:rPr>
              <a:t>await</a:t>
            </a: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- </a:t>
            </a:r>
            <a:r>
              <a:rPr lang="en-US" altLang="ko-KR" sz="1000" dirty="0" err="1">
                <a:solidFill>
                  <a:srgbClr val="333333"/>
                </a:solidFill>
              </a:rPr>
              <a:t>takeval.check</a:t>
            </a:r>
            <a:r>
              <a:rPr lang="en-US" altLang="ko-KR" sz="1000" dirty="0">
                <a:solidFill>
                  <a:srgbClr val="333333"/>
                </a:solidFill>
              </a:rPr>
              <a:t>, </a:t>
            </a:r>
            <a:r>
              <a:rPr lang="en-US" altLang="ko-KR" sz="1000" dirty="0" err="1">
                <a:solidFill>
                  <a:srgbClr val="333333"/>
                </a:solidFill>
              </a:rPr>
              <a:t>takeval.checkComp</a:t>
            </a:r>
            <a:endParaRPr lang="en-US" altLang="ko-KR" sz="1000" dirty="0">
              <a:solidFill>
                <a:srgbClr val="333333"/>
              </a:solidFill>
            </a:endParaRPr>
          </a:p>
          <a:p>
            <a:pPr marL="144000">
              <a:lnSpc>
                <a:spcPts val="1500"/>
              </a:lnSpc>
            </a:pPr>
            <a:r>
              <a:rPr lang="en-US" altLang="ko-KR" sz="1000" dirty="0">
                <a:solidFill>
                  <a:srgbClr val="333333"/>
                </a:solidFill>
              </a:rPr>
              <a:t>    </a:t>
            </a:r>
            <a:r>
              <a:rPr lang="ko-KR" altLang="en-US" sz="1000" dirty="0">
                <a:solidFill>
                  <a:srgbClr val="333333"/>
                </a:solidFill>
              </a:rPr>
              <a:t>선언 앞에 </a:t>
            </a:r>
            <a:r>
              <a:rPr lang="en-US" altLang="ko-KR" sz="1000" dirty="0">
                <a:solidFill>
                  <a:srgbClr val="333333"/>
                </a:solidFill>
              </a:rPr>
              <a:t>await </a:t>
            </a:r>
            <a:r>
              <a:rPr lang="ko-KR" altLang="en-US" sz="1000" dirty="0">
                <a:solidFill>
                  <a:srgbClr val="333333"/>
                </a:solidFill>
              </a:rPr>
              <a:t>사용</a:t>
            </a:r>
            <a:r>
              <a:rPr lang="en-US" altLang="ko-KR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425BD-FEB1-3F17-6FB2-0CD15A701A89}"/>
              </a:ext>
            </a:extLst>
          </p:cNvPr>
          <p:cNvSpPr txBox="1"/>
          <p:nvPr/>
        </p:nvSpPr>
        <p:spPr>
          <a:xfrm>
            <a:off x="155575" y="163409"/>
            <a:ext cx="3166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42E201-4D45-08B4-F220-68533A537DBE}"/>
              </a:ext>
            </a:extLst>
          </p:cNvPr>
          <p:cNvSpPr txBox="1"/>
          <p:nvPr/>
        </p:nvSpPr>
        <p:spPr>
          <a:xfrm>
            <a:off x="434975" y="194187"/>
            <a:ext cx="282203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공통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_ac Bold" panose="020B0600000101010101"/>
              </a:rPr>
              <a:t>_</a:t>
            </a:r>
            <a:r>
              <a:rPr lang="en-US" altLang="ko-KR" sz="1600" b="1" dirty="0" err="1">
                <a:latin typeface="나눔스퀘어 ExtraBold" panose="020B0600000101010101" pitchFamily="50" charset="-127"/>
                <a:ea typeface="나눔스퀘어_ac Bold" panose="020B0600000101010101"/>
              </a:rPr>
              <a:t>takeval</a:t>
            </a:r>
            <a:endParaRPr lang="ko-KR" altLang="en-US" sz="1600" b="1" dirty="0">
              <a:latin typeface="나눔스퀘어 ExtraBold" panose="020B0600000101010101" pitchFamily="50" charset="-127"/>
              <a:ea typeface="나눔스퀘어_ac Bold" panose="020B0600000101010101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73A99F7-A832-66BE-C5CA-9EBD467C9A64}"/>
              </a:ext>
            </a:extLst>
          </p:cNvPr>
          <p:cNvGrpSpPr/>
          <p:nvPr/>
        </p:nvGrpSpPr>
        <p:grpSpPr>
          <a:xfrm>
            <a:off x="988540" y="1268408"/>
            <a:ext cx="7536980" cy="4946818"/>
            <a:chOff x="7382283" y="3043613"/>
            <a:chExt cx="1741667" cy="114312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B0CA37-475A-5A54-8EFF-F73657917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84618" y="3043613"/>
              <a:ext cx="1736720" cy="1143126"/>
            </a:xfrm>
            <a:prstGeom prst="rect">
              <a:avLst/>
            </a:prstGeom>
          </p:spPr>
        </p:pic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5D7F18-715F-9B93-17A5-B9935585CD60}"/>
                </a:ext>
              </a:extLst>
            </p:cNvPr>
            <p:cNvSpPr/>
            <p:nvPr/>
          </p:nvSpPr>
          <p:spPr>
            <a:xfrm>
              <a:off x="7382283" y="3043613"/>
              <a:ext cx="1741667" cy="1143126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D15AA2D8-DC5C-63F2-FE2F-EB0E2F1405CD}"/>
              </a:ext>
            </a:extLst>
          </p:cNvPr>
          <p:cNvSpPr/>
          <p:nvPr/>
        </p:nvSpPr>
        <p:spPr>
          <a:xfrm>
            <a:off x="1761096" y="3632923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17D9B63D-3542-3B87-CC28-4B2A416D7CBD}"/>
              </a:ext>
            </a:extLst>
          </p:cNvPr>
          <p:cNvSpPr/>
          <p:nvPr/>
        </p:nvSpPr>
        <p:spPr>
          <a:xfrm>
            <a:off x="2031243" y="1162817"/>
            <a:ext cx="228600" cy="228600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1DB466-9C01-D99D-1B34-9218E6E45432}"/>
              </a:ext>
            </a:extLst>
          </p:cNvPr>
          <p:cNvSpPr txBox="1"/>
          <p:nvPr/>
        </p:nvSpPr>
        <p:spPr>
          <a:xfrm>
            <a:off x="313916" y="768314"/>
            <a:ext cx="89664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takeval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async/await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사용예제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46">
            <a:extLst>
              <a:ext uri="{FF2B5EF4-FFF2-40B4-BE49-F238E27FC236}">
                <a16:creationId xmlns:a16="http://schemas.microsoft.com/office/drawing/2014/main" id="{4F336D7F-52A1-CE63-6247-8203562E73CA}"/>
              </a:ext>
            </a:extLst>
          </p:cNvPr>
          <p:cNvSpPr/>
          <p:nvPr/>
        </p:nvSpPr>
        <p:spPr>
          <a:xfrm>
            <a:off x="233703" y="1147002"/>
            <a:ext cx="9046655" cy="5189630"/>
          </a:xfrm>
          <a:prstGeom prst="roundRect">
            <a:avLst>
              <a:gd name="adj" fmla="val 0"/>
            </a:avLst>
          </a:prstGeom>
          <a:noFill/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>
              <a:lnSpc>
                <a:spcPts val="1500"/>
              </a:lnSpc>
            </a:pPr>
            <a:endParaRPr lang="en-US" altLang="ko-KR" sz="1000" dirty="0">
              <a:solidFill>
                <a:srgbClr val="333333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20AB684-0288-BEAB-B184-1C9DDCCFE1CB}"/>
              </a:ext>
            </a:extLst>
          </p:cNvPr>
          <p:cNvSpPr/>
          <p:nvPr/>
        </p:nvSpPr>
        <p:spPr>
          <a:xfrm>
            <a:off x="2310693" y="1333860"/>
            <a:ext cx="545718" cy="19884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4B01C46-4F1C-2AF5-C058-B7E9A16F0C0E}"/>
              </a:ext>
            </a:extLst>
          </p:cNvPr>
          <p:cNvSpPr/>
          <p:nvPr/>
        </p:nvSpPr>
        <p:spPr>
          <a:xfrm>
            <a:off x="2003441" y="3861523"/>
            <a:ext cx="3404582" cy="2402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024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DC3155-9F08-4C50-BB8F-7E30E63B3780}"/>
              </a:ext>
            </a:extLst>
          </p:cNvPr>
          <p:cNvSpPr txBox="1"/>
          <p:nvPr/>
        </p:nvSpPr>
        <p:spPr>
          <a:xfrm>
            <a:off x="373380" y="2876937"/>
            <a:ext cx="11445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dirty="0">
                <a:solidFill>
                  <a:srgbClr val="006A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</a:t>
            </a:r>
            <a:r>
              <a:rPr lang="ko-KR" altLang="en-US" sz="5000" dirty="0">
                <a:solidFill>
                  <a:srgbClr val="006A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000" dirty="0">
                <a:solidFill>
                  <a:srgbClr val="006A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YOU</a:t>
            </a:r>
            <a:endParaRPr lang="ko-KR" altLang="en-US" sz="5000" dirty="0">
              <a:solidFill>
                <a:srgbClr val="006AC6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931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rgbClr val="E6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17983</TotalTime>
  <Words>1219</Words>
  <Application>Microsoft Office PowerPoint</Application>
  <PresentationFormat>와이드스크린</PresentationFormat>
  <Paragraphs>377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나눔스퀘어 ExtraBold</vt:lpstr>
      <vt:lpstr>나눔스퀘어 Light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지수</dc:creator>
  <cp:lastModifiedBy>김지웅</cp:lastModifiedBy>
  <cp:revision>2100</cp:revision>
  <dcterms:created xsi:type="dcterms:W3CDTF">2021-10-27T05:52:03Z</dcterms:created>
  <dcterms:modified xsi:type="dcterms:W3CDTF">2026-01-20T02:09:33Z</dcterms:modified>
</cp:coreProperties>
</file>