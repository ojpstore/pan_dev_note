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70" r:id="rId2"/>
    <p:sldId id="257" r:id="rId3"/>
    <p:sldId id="418" r:id="rId4"/>
    <p:sldId id="471" r:id="rId5"/>
    <p:sldId id="473" r:id="rId6"/>
    <p:sldId id="425" r:id="rId7"/>
    <p:sldId id="424" r:id="rId8"/>
    <p:sldId id="426" r:id="rId9"/>
    <p:sldId id="431" r:id="rId10"/>
    <p:sldId id="463" r:id="rId11"/>
    <p:sldId id="464" r:id="rId12"/>
    <p:sldId id="442" r:id="rId13"/>
    <p:sldId id="422" r:id="rId14"/>
    <p:sldId id="465" r:id="rId15"/>
    <p:sldId id="455" r:id="rId16"/>
    <p:sldId id="456" r:id="rId17"/>
    <p:sldId id="457" r:id="rId18"/>
    <p:sldId id="470" r:id="rId19"/>
    <p:sldId id="459" r:id="rId20"/>
    <p:sldId id="467" r:id="rId21"/>
    <p:sldId id="460" r:id="rId22"/>
    <p:sldId id="466" r:id="rId23"/>
    <p:sldId id="432" r:id="rId24"/>
    <p:sldId id="434" r:id="rId25"/>
    <p:sldId id="430" r:id="rId26"/>
    <p:sldId id="469" r:id="rId27"/>
    <p:sldId id="472" r:id="rId28"/>
    <p:sldId id="448" r:id="rId29"/>
    <p:sldId id="478" r:id="rId30"/>
    <p:sldId id="475" r:id="rId31"/>
    <p:sldId id="476" r:id="rId32"/>
    <p:sldId id="477" r:id="rId33"/>
    <p:sldId id="435" r:id="rId34"/>
    <p:sldId id="436" r:id="rId35"/>
    <p:sldId id="445" r:id="rId36"/>
    <p:sldId id="446" r:id="rId37"/>
    <p:sldId id="447" r:id="rId38"/>
    <p:sldId id="437" r:id="rId39"/>
    <p:sldId id="468" r:id="rId40"/>
    <p:sldId id="440" r:id="rId41"/>
    <p:sldId id="441" r:id="rId42"/>
    <p:sldId id="265" r:id="rId4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" id="{A84CA91C-CDC4-44FF-B9FD-9412A8390291}">
          <p14:sldIdLst>
            <p14:sldId id="270"/>
          </p14:sldIdLst>
        </p14:section>
        <p14:section name="목차" id="{9945CD0D-12D2-4094-94DF-426F4ACE8180}">
          <p14:sldIdLst>
            <p14:sldId id="257"/>
          </p14:sldIdLst>
        </p14:section>
        <p14:section name="1. List 화면" id="{5F4180C7-0587-4561-9EAE-D070FFD4E8ED}">
          <p14:sldIdLst>
            <p14:sldId id="418"/>
            <p14:sldId id="471"/>
            <p14:sldId id="473"/>
            <p14:sldId id="425"/>
            <p14:sldId id="424"/>
          </p14:sldIdLst>
        </p14:section>
        <p14:section name="2. Detail(Popup) 화면" id="{4AF62DCD-A0F8-460F-B630-C28484A94A52}">
          <p14:sldIdLst>
            <p14:sldId id="426"/>
            <p14:sldId id="431"/>
          </p14:sldIdLst>
        </p14:section>
        <p14:section name="3. Script 수정 - 공통" id="{4D85C136-7DD1-43C8-BA2D-08814EF029F6}">
          <p14:sldIdLst>
            <p14:sldId id="463"/>
            <p14:sldId id="464"/>
            <p14:sldId id="442"/>
            <p14:sldId id="422"/>
            <p14:sldId id="465"/>
            <p14:sldId id="455"/>
            <p14:sldId id="456"/>
            <p14:sldId id="457"/>
            <p14:sldId id="470"/>
            <p14:sldId id="459"/>
            <p14:sldId id="467"/>
            <p14:sldId id="460"/>
            <p14:sldId id="466"/>
            <p14:sldId id="432"/>
            <p14:sldId id="434"/>
            <p14:sldId id="430"/>
            <p14:sldId id="469"/>
            <p14:sldId id="472"/>
            <p14:sldId id="448"/>
            <p14:sldId id="478"/>
            <p14:sldId id="475"/>
            <p14:sldId id="476"/>
            <p14:sldId id="477"/>
          </p14:sldIdLst>
        </p14:section>
        <p14:section name="4. Grid" id="{7CE3984E-3160-4E0F-993D-6E49662C915E}">
          <p14:sldIdLst>
            <p14:sldId id="435"/>
            <p14:sldId id="436"/>
            <p14:sldId id="445"/>
            <p14:sldId id="446"/>
            <p14:sldId id="447"/>
            <p14:sldId id="437"/>
            <p14:sldId id="468"/>
          </p14:sldIdLst>
        </p14:section>
        <p14:section name="5. takeval 변동사항" id="{AA0DEC52-DF51-460F-B04D-B6D41756DE96}">
          <p14:sldIdLst>
            <p14:sldId id="440"/>
            <p14:sldId id="441"/>
          </p14:sldIdLst>
        </p14:section>
        <p14:section name="EOP" id="{A130D033-7020-4C04-B989-8234963D7F6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4DE"/>
    <a:srgbClr val="006AC6"/>
    <a:srgbClr val="FF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96" autoAdjust="0"/>
    <p:restoredTop sz="96513" autoAdjust="0"/>
  </p:normalViewPr>
  <p:slideViewPr>
    <p:cSldViewPr snapToGrid="0">
      <p:cViewPr varScale="1">
        <p:scale>
          <a:sx n="105" d="100"/>
          <a:sy n="105" d="100"/>
        </p:scale>
        <p:origin x="45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4D409-A12B-4EDE-8F76-31EE6E4505ED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1130AD-E061-4116-8F5B-590144B912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28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130AD-E061-4116-8F5B-590144B9129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994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AAE6A-7055-4E23-AAF5-5264F3B09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F25D33-0819-4E1A-B0EB-DAD563BD0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D990A0-C540-4021-87C9-0E8A17D2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B165ED-C9D2-45C2-A8DA-5DF5AF74B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EB503E-C4D3-4EC9-8E9E-0172979A8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517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976AD-B724-46C5-94F3-30E082761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8CBFCF-AC06-4611-AE02-2DC481C42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24449-8F8E-4F14-8924-64FB8F1EE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3E07B7-93FE-49B4-9208-DDD38B457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28011C-A924-4C8F-ABEC-853DB5649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55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07F5A6-37A2-4EA3-8A33-8A8D5F7DC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070A89-8ED8-4A32-8776-866B6264A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310E78-F2F5-4F46-BD90-4621DFCA7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5956F7-DCDF-4CF9-AD1B-1216B70D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51BD87-24C2-4AC5-96BE-49DA5E69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204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955FA-D3B9-4CA2-8A7D-E9B098C23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320044-EF2C-452D-BF49-256C112B2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BF7D27-ED1C-4DA0-B827-16CC9B0AA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F760E7-D015-4B93-BB58-98951609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A16C56-8BA4-4B5B-BE20-86C194601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C7D6E8-396C-4ACC-B193-467FF279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739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3CD82-9681-4996-B855-AF037DC83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476CA5-CAE1-4435-BA32-DB400341E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96DD01-71A5-46AE-864D-B6ED45F73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258C6F-95DC-4FBC-B6BC-53BEEBE65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6B3EC7-04A3-4838-A05F-0FF8740F2A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2D3978-A6FE-43DF-AFB5-54F5177FF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B7BAA0-D9CE-415D-B89A-FBD54CC0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465768-07DA-428B-B6FE-E8D7C9B18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555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632EBC-A0A3-4916-93E6-7F6BC05D9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C442AD-6CB9-476F-9FD8-D3BD3E62B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9C1EDD-8972-484C-9E19-450F509CB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939258-D26E-485B-BC6D-8E64FFDF8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89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FD156A-CCB6-4130-82FA-6FAC2DDCD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0500F1-1477-4A95-8C41-559E4B0C3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0DA45C-58F7-4EB2-A54F-249D0679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032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68566-BF17-4D55-A407-79D365DEA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9A9BA4-ACA8-46A4-9E65-E74A85964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BDDAE7-194C-4174-A2BD-20A8862DE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D1E6D6-8860-4EFA-B6AD-B38F52332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1CE773-568A-49A4-8719-139A082F2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6BF2E7-19FC-40F6-990E-B225D1D6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14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213A2-706A-4022-98DF-AEEE070D9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F46881-17BE-4332-BF95-6C91C48EC4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0114F6-14D9-4C25-BDAC-4700AD09A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7D5D53-CF8F-4B21-ABCE-2B6B8ADF7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584AE0-47E0-4571-B846-E49A1E4A5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FA99D2-9261-4903-B1F4-1BD54195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41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4A208-7A96-4D76-BA60-AC7AEA6C5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EFFD370-D4CA-49E6-9345-14FBCAB75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C02F90-E72E-4BDE-856A-C22D98EA7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86001B-3ACB-46A1-930B-61FA04F6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6FCED4-0987-4D69-8A40-7470CF3D2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95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31AF445-6683-41BA-8647-E8E111CC9E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1CB93E-C3BD-4FC8-9167-18F18F4D5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1B761B-EFE1-4373-B7E5-0B0E5578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2F56E5-4F6D-4EBD-833D-A5DBC1B2F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BCC019-ED9D-4C21-B579-972CF20B8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663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업무화면-기본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951D32-B09C-46F6-AFEA-D8C0A1D6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8450" y="6561136"/>
            <a:ext cx="1435100" cy="222250"/>
          </a:xfrm>
        </p:spPr>
        <p:txBody>
          <a:bodyPr/>
          <a:lstStyle>
            <a:lvl1pPr algn="ctr">
              <a:defRPr sz="900"/>
            </a:lvl1pPr>
          </a:lstStyle>
          <a:p>
            <a:fld id="{E64F28E4-2448-49EF-BD26-7FF4055ED30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B7D2FF-4C20-45C0-BD04-C335CCA1624D}"/>
              </a:ext>
            </a:extLst>
          </p:cNvPr>
          <p:cNvSpPr/>
          <p:nvPr userDrawn="1"/>
        </p:nvSpPr>
        <p:spPr>
          <a:xfrm>
            <a:off x="155575" y="635000"/>
            <a:ext cx="9253538" cy="5854700"/>
          </a:xfrm>
          <a:prstGeom prst="rect">
            <a:avLst/>
          </a:prstGeom>
          <a:solidFill>
            <a:schemeClr val="bg1"/>
          </a:solidFill>
          <a:ln>
            <a:solidFill>
              <a:srgbClr val="EAEA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DAB33B-9DA1-4ED3-93CA-47D5C9DA5AC3}"/>
              </a:ext>
            </a:extLst>
          </p:cNvPr>
          <p:cNvSpPr/>
          <p:nvPr userDrawn="1"/>
        </p:nvSpPr>
        <p:spPr>
          <a:xfrm>
            <a:off x="9494838" y="635000"/>
            <a:ext cx="2541587" cy="5854700"/>
          </a:xfrm>
          <a:prstGeom prst="rect">
            <a:avLst/>
          </a:prstGeom>
          <a:solidFill>
            <a:srgbClr val="FDFDFD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CFC7908-2EA8-427D-B664-23893D87678C}"/>
              </a:ext>
            </a:extLst>
          </p:cNvPr>
          <p:cNvSpPr/>
          <p:nvPr userDrawn="1"/>
        </p:nvSpPr>
        <p:spPr>
          <a:xfrm>
            <a:off x="9494838" y="635000"/>
            <a:ext cx="2541587" cy="2667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F6951DB-5785-4AA9-A98E-3208B1589ADE}"/>
              </a:ext>
            </a:extLst>
          </p:cNvPr>
          <p:cNvSpPr/>
          <p:nvPr userDrawn="1"/>
        </p:nvSpPr>
        <p:spPr>
          <a:xfrm>
            <a:off x="0" y="1"/>
            <a:ext cx="12192000" cy="50800"/>
          </a:xfrm>
          <a:prstGeom prst="rect">
            <a:avLst/>
          </a:prstGeom>
          <a:gradFill>
            <a:gsLst>
              <a:gs pos="0">
                <a:srgbClr val="0186FF"/>
              </a:gs>
              <a:gs pos="50000">
                <a:srgbClr val="007BEA"/>
              </a:gs>
              <a:gs pos="100000">
                <a:srgbClr val="006AC6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330B349-4978-96C6-C95A-828EA28D28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1957" y="6546855"/>
            <a:ext cx="453048" cy="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87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98">
          <p15:clr>
            <a:srgbClr val="FBAE40"/>
          </p15:clr>
        </p15:guide>
        <p15:guide id="5" pos="7582">
          <p15:clr>
            <a:srgbClr val="FBAE40"/>
          </p15:clr>
        </p15:guide>
        <p15:guide id="6" orient="horz" pos="4088">
          <p15:clr>
            <a:srgbClr val="FBAE40"/>
          </p15:clr>
        </p15:guide>
        <p15:guide id="7" orient="horz" pos="400">
          <p15:clr>
            <a:srgbClr val="FBAE40"/>
          </p15:clr>
        </p15:guide>
        <p15:guide id="8" pos="5927">
          <p15:clr>
            <a:srgbClr val="FBAE40"/>
          </p15:clr>
        </p15:guide>
        <p15:guide id="9" pos="5981">
          <p15:clr>
            <a:srgbClr val="FBAE40"/>
          </p15:clr>
        </p15:guide>
        <p15:guide id="10" orient="horz" pos="464">
          <p15:clr>
            <a:srgbClr val="FBAE40"/>
          </p15:clr>
        </p15:guide>
        <p15:guide id="11" pos="152">
          <p15:clr>
            <a:srgbClr val="FBAE40"/>
          </p15:clr>
        </p15:guide>
        <p15:guide id="12" pos="5876">
          <p15:clr>
            <a:srgbClr val="FBAE40"/>
          </p15:clr>
        </p15:guide>
        <p15:guide id="13" orient="horz" pos="404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로그인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85C37CDB-DC94-47CC-BC30-2E483BE4043B}"/>
              </a:ext>
            </a:extLst>
          </p:cNvPr>
          <p:cNvSpPr/>
          <p:nvPr userDrawn="1"/>
        </p:nvSpPr>
        <p:spPr>
          <a:xfrm>
            <a:off x="635000" y="514350"/>
            <a:ext cx="1155700" cy="1155700"/>
          </a:xfrm>
          <a:prstGeom prst="ellipse">
            <a:avLst/>
          </a:prstGeom>
          <a:gradFill>
            <a:gsLst>
              <a:gs pos="0">
                <a:srgbClr val="007BEA">
                  <a:alpha val="0"/>
                </a:srgbClr>
              </a:gs>
              <a:gs pos="100000">
                <a:srgbClr val="0055A2">
                  <a:alpha val="14000"/>
                </a:srgbClr>
              </a:gs>
            </a:gsLst>
            <a:lin ang="81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D4F436-154C-4223-B47D-0BF67CB634A8}"/>
              </a:ext>
            </a:extLst>
          </p:cNvPr>
          <p:cNvSpPr/>
          <p:nvPr userDrawn="1"/>
        </p:nvSpPr>
        <p:spPr>
          <a:xfrm>
            <a:off x="1212850" y="1092200"/>
            <a:ext cx="9766300" cy="4165600"/>
          </a:xfrm>
          <a:prstGeom prst="rect">
            <a:avLst/>
          </a:prstGeom>
          <a:solidFill>
            <a:srgbClr val="006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D5088-8196-4CA8-96EF-52F39796C08D}"/>
              </a:ext>
            </a:extLst>
          </p:cNvPr>
          <p:cNvSpPr txBox="1"/>
          <p:nvPr userDrawn="1"/>
        </p:nvSpPr>
        <p:spPr>
          <a:xfrm>
            <a:off x="10362168" y="3000558"/>
            <a:ext cx="369332" cy="206883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spc="600" dirty="0">
                <a:solidFill>
                  <a:schemeClr val="bg1">
                    <a:alpha val="50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Manual Document</a:t>
            </a:r>
            <a:endParaRPr lang="ko-KR" altLang="en-US" sz="800" spc="600" dirty="0">
              <a:solidFill>
                <a:schemeClr val="bg1">
                  <a:alpha val="50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2FD9FD7-8261-4168-8957-9DC228B246E8}"/>
              </a:ext>
            </a:extLst>
          </p:cNvPr>
          <p:cNvSpPr/>
          <p:nvPr userDrawn="1"/>
        </p:nvSpPr>
        <p:spPr>
          <a:xfrm rot="9742276">
            <a:off x="8057943" y="4802998"/>
            <a:ext cx="1925603" cy="1925603"/>
          </a:xfrm>
          <a:prstGeom prst="ellipse">
            <a:avLst/>
          </a:prstGeom>
          <a:gradFill>
            <a:gsLst>
              <a:gs pos="0">
                <a:srgbClr val="007BEA">
                  <a:alpha val="10000"/>
                </a:srgbClr>
              </a:gs>
              <a:gs pos="100000">
                <a:srgbClr val="0055A2">
                  <a:alpha val="50000"/>
                </a:srgbClr>
              </a:gs>
            </a:gsLst>
            <a:lin ang="81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833A881-42AB-4C98-86BF-4D65FE116FD0}"/>
              </a:ext>
            </a:extLst>
          </p:cNvPr>
          <p:cNvGrpSpPr/>
          <p:nvPr userDrawn="1"/>
        </p:nvGrpSpPr>
        <p:grpSpPr>
          <a:xfrm>
            <a:off x="174560" y="4432667"/>
            <a:ext cx="1787525" cy="476250"/>
            <a:chOff x="203200" y="4178300"/>
            <a:chExt cx="1787525" cy="476250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804B7F37-502C-4D37-9732-0A1E6FCB2F4E}"/>
                </a:ext>
              </a:extLst>
            </p:cNvPr>
            <p:cNvSpPr/>
            <p:nvPr userDrawn="1"/>
          </p:nvSpPr>
          <p:spPr>
            <a:xfrm>
              <a:off x="203200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17245193-EFC6-4F6C-82AB-8A2B06106B71}"/>
                </a:ext>
              </a:extLst>
            </p:cNvPr>
            <p:cNvSpPr/>
            <p:nvPr userDrawn="1"/>
          </p:nvSpPr>
          <p:spPr>
            <a:xfrm>
              <a:off x="415528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E0D5908-B171-40CF-89F0-AA37DDBEF95F}"/>
                </a:ext>
              </a:extLst>
            </p:cNvPr>
            <p:cNvSpPr/>
            <p:nvPr userDrawn="1"/>
          </p:nvSpPr>
          <p:spPr>
            <a:xfrm>
              <a:off x="627856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F392250-37F5-44D3-B226-C6107EBDCE9F}"/>
                </a:ext>
              </a:extLst>
            </p:cNvPr>
            <p:cNvSpPr/>
            <p:nvPr userDrawn="1"/>
          </p:nvSpPr>
          <p:spPr>
            <a:xfrm>
              <a:off x="840184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7DDD8BA1-96DD-46F9-A7AD-C414B972957A}"/>
                </a:ext>
              </a:extLst>
            </p:cNvPr>
            <p:cNvSpPr/>
            <p:nvPr userDrawn="1"/>
          </p:nvSpPr>
          <p:spPr>
            <a:xfrm>
              <a:off x="1052512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FD15F8DC-4A27-4AF8-9A75-2A4C4050225F}"/>
                </a:ext>
              </a:extLst>
            </p:cNvPr>
            <p:cNvSpPr/>
            <p:nvPr userDrawn="1"/>
          </p:nvSpPr>
          <p:spPr>
            <a:xfrm>
              <a:off x="1264840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22FE098-D62A-4E33-A380-0C1D84C64502}"/>
                </a:ext>
              </a:extLst>
            </p:cNvPr>
            <p:cNvSpPr/>
            <p:nvPr userDrawn="1"/>
          </p:nvSpPr>
          <p:spPr>
            <a:xfrm>
              <a:off x="1477168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8BD1613-96AD-489F-A574-F8B7F2CD6F4C}"/>
                </a:ext>
              </a:extLst>
            </p:cNvPr>
            <p:cNvSpPr/>
            <p:nvPr userDrawn="1"/>
          </p:nvSpPr>
          <p:spPr>
            <a:xfrm>
              <a:off x="1689496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068DDF15-A45C-4BDD-B53F-E271D6209570}"/>
                </a:ext>
              </a:extLst>
            </p:cNvPr>
            <p:cNvSpPr/>
            <p:nvPr userDrawn="1"/>
          </p:nvSpPr>
          <p:spPr>
            <a:xfrm>
              <a:off x="1901825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1370874C-66BC-48F3-9F3D-3DF64136D547}"/>
                </a:ext>
              </a:extLst>
            </p:cNvPr>
            <p:cNvSpPr/>
            <p:nvPr userDrawn="1"/>
          </p:nvSpPr>
          <p:spPr>
            <a:xfrm>
              <a:off x="203200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31D8A48F-0490-4235-B7E9-2E388F317649}"/>
                </a:ext>
              </a:extLst>
            </p:cNvPr>
            <p:cNvSpPr/>
            <p:nvPr userDrawn="1"/>
          </p:nvSpPr>
          <p:spPr>
            <a:xfrm>
              <a:off x="415528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00D5AF39-7D64-45CA-A5FF-E449934ABBAD}"/>
                </a:ext>
              </a:extLst>
            </p:cNvPr>
            <p:cNvSpPr/>
            <p:nvPr userDrawn="1"/>
          </p:nvSpPr>
          <p:spPr>
            <a:xfrm>
              <a:off x="627856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6CFBF60C-318F-41BE-A5C4-44AC7FC9C846}"/>
                </a:ext>
              </a:extLst>
            </p:cNvPr>
            <p:cNvSpPr/>
            <p:nvPr userDrawn="1"/>
          </p:nvSpPr>
          <p:spPr>
            <a:xfrm>
              <a:off x="840184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D88072B-6E0B-4C16-918D-B0753C049284}"/>
                </a:ext>
              </a:extLst>
            </p:cNvPr>
            <p:cNvSpPr/>
            <p:nvPr userDrawn="1"/>
          </p:nvSpPr>
          <p:spPr>
            <a:xfrm>
              <a:off x="1052512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F9BE7168-5FF2-4857-9B14-8C5D76E894FE}"/>
                </a:ext>
              </a:extLst>
            </p:cNvPr>
            <p:cNvSpPr/>
            <p:nvPr userDrawn="1"/>
          </p:nvSpPr>
          <p:spPr>
            <a:xfrm>
              <a:off x="1264840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200C5F80-D38E-41E4-8841-96347350773D}"/>
                </a:ext>
              </a:extLst>
            </p:cNvPr>
            <p:cNvSpPr/>
            <p:nvPr userDrawn="1"/>
          </p:nvSpPr>
          <p:spPr>
            <a:xfrm>
              <a:off x="1477168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9C0A1162-2195-488F-BCBC-EFB6E0A713BE}"/>
                </a:ext>
              </a:extLst>
            </p:cNvPr>
            <p:cNvSpPr/>
            <p:nvPr userDrawn="1"/>
          </p:nvSpPr>
          <p:spPr>
            <a:xfrm>
              <a:off x="1689496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F761D796-0640-4CB4-BD56-0F4C652DCD2E}"/>
                </a:ext>
              </a:extLst>
            </p:cNvPr>
            <p:cNvSpPr/>
            <p:nvPr userDrawn="1"/>
          </p:nvSpPr>
          <p:spPr>
            <a:xfrm>
              <a:off x="1901825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25FA669-8E45-4948-A3CC-7B5CDF90561F}"/>
                </a:ext>
              </a:extLst>
            </p:cNvPr>
            <p:cNvSpPr/>
            <p:nvPr userDrawn="1"/>
          </p:nvSpPr>
          <p:spPr>
            <a:xfrm>
              <a:off x="203200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D6ABE0D3-B04B-4466-A928-D92CBCE345E8}"/>
                </a:ext>
              </a:extLst>
            </p:cNvPr>
            <p:cNvSpPr/>
            <p:nvPr userDrawn="1"/>
          </p:nvSpPr>
          <p:spPr>
            <a:xfrm>
              <a:off x="415528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C81D6D1-7595-4E5A-893D-F14FDA79B16C}"/>
                </a:ext>
              </a:extLst>
            </p:cNvPr>
            <p:cNvSpPr/>
            <p:nvPr userDrawn="1"/>
          </p:nvSpPr>
          <p:spPr>
            <a:xfrm>
              <a:off x="627856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C959B24-BF89-4387-91B8-91961ADB4461}"/>
                </a:ext>
              </a:extLst>
            </p:cNvPr>
            <p:cNvSpPr/>
            <p:nvPr userDrawn="1"/>
          </p:nvSpPr>
          <p:spPr>
            <a:xfrm>
              <a:off x="840184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6DFD7C4-24A7-4F0A-B2E0-1B40DD444A3F}"/>
                </a:ext>
              </a:extLst>
            </p:cNvPr>
            <p:cNvSpPr/>
            <p:nvPr userDrawn="1"/>
          </p:nvSpPr>
          <p:spPr>
            <a:xfrm>
              <a:off x="1052512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2E312C3-EF7A-453A-A454-5E5283D6BD24}"/>
                </a:ext>
              </a:extLst>
            </p:cNvPr>
            <p:cNvSpPr/>
            <p:nvPr userDrawn="1"/>
          </p:nvSpPr>
          <p:spPr>
            <a:xfrm>
              <a:off x="1264840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2788791B-749A-4BCA-9149-15E061D0B569}"/>
                </a:ext>
              </a:extLst>
            </p:cNvPr>
            <p:cNvSpPr/>
            <p:nvPr userDrawn="1"/>
          </p:nvSpPr>
          <p:spPr>
            <a:xfrm>
              <a:off x="1477168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5BAA2131-0DA7-40D5-9A5C-423E5217E269}"/>
                </a:ext>
              </a:extLst>
            </p:cNvPr>
            <p:cNvSpPr/>
            <p:nvPr userDrawn="1"/>
          </p:nvSpPr>
          <p:spPr>
            <a:xfrm>
              <a:off x="1689496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7C67985E-0127-4BAB-929C-F62AEF8C9EB7}"/>
                </a:ext>
              </a:extLst>
            </p:cNvPr>
            <p:cNvSpPr/>
            <p:nvPr userDrawn="1"/>
          </p:nvSpPr>
          <p:spPr>
            <a:xfrm>
              <a:off x="1901825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</p:grpSp>
      <p:pic>
        <p:nvPicPr>
          <p:cNvPr id="60" name="그래픽 59">
            <a:extLst>
              <a:ext uri="{FF2B5EF4-FFF2-40B4-BE49-F238E27FC236}">
                <a16:creationId xmlns:a16="http://schemas.microsoft.com/office/drawing/2014/main" id="{73DF093B-480D-48DE-A82F-F376CD7B2E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13850" y="-857166"/>
            <a:ext cx="3416580" cy="341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111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FECAC198-07DD-448E-BB60-171BAC68A3FB}"/>
              </a:ext>
            </a:extLst>
          </p:cNvPr>
          <p:cNvSpPr/>
          <p:nvPr userDrawn="1"/>
        </p:nvSpPr>
        <p:spPr>
          <a:xfrm>
            <a:off x="0" y="0"/>
            <a:ext cx="679450" cy="6858000"/>
          </a:xfrm>
          <a:prstGeom prst="rect">
            <a:avLst/>
          </a:prstGeom>
          <a:solidFill>
            <a:srgbClr val="006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916F3B-231B-4D7E-A9DA-52EEAC4C8392}"/>
              </a:ext>
            </a:extLst>
          </p:cNvPr>
          <p:cNvSpPr txBox="1"/>
          <p:nvPr userDrawn="1"/>
        </p:nvSpPr>
        <p:spPr>
          <a:xfrm>
            <a:off x="155059" y="4208378"/>
            <a:ext cx="369332" cy="220829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800" spc="600" dirty="0">
                <a:solidFill>
                  <a:schemeClr val="bg1">
                    <a:alpha val="50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Table of Contents</a:t>
            </a:r>
            <a:endParaRPr lang="ko-KR" altLang="en-US" sz="800" spc="600" dirty="0">
              <a:solidFill>
                <a:schemeClr val="bg1">
                  <a:alpha val="50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5F8A74-6ECC-1582-E89C-260F07C4F9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1957" y="6546855"/>
            <a:ext cx="453048" cy="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67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98">
          <p15:clr>
            <a:srgbClr val="FBAE40"/>
          </p15:clr>
        </p15:guide>
        <p15:guide id="5" pos="7582">
          <p15:clr>
            <a:srgbClr val="FBAE40"/>
          </p15:clr>
        </p15:guide>
        <p15:guide id="6" orient="horz" pos="4088">
          <p15:clr>
            <a:srgbClr val="FBAE40"/>
          </p15:clr>
        </p15:guide>
        <p15:guide id="7" orient="horz" pos="400">
          <p15:clr>
            <a:srgbClr val="FBAE40"/>
          </p15:clr>
        </p15:guide>
        <p15:guide id="8" pos="5927">
          <p15:clr>
            <a:srgbClr val="FBAE40"/>
          </p15:clr>
        </p15:guide>
        <p15:guide id="9" pos="5981">
          <p15:clr>
            <a:srgbClr val="FBAE40"/>
          </p15:clr>
        </p15:guide>
        <p15:guide id="10" orient="horz" pos="464">
          <p15:clr>
            <a:srgbClr val="FBAE40"/>
          </p15:clr>
        </p15:guide>
        <p15:guide id="11" pos="152">
          <p15:clr>
            <a:srgbClr val="FBAE40"/>
          </p15:clr>
        </p15:guide>
        <p15:guide id="12" pos="5876">
          <p15:clr>
            <a:srgbClr val="FBAE40"/>
          </p15:clr>
        </p15:guide>
        <p15:guide id="13" orient="horz" pos="4042">
          <p15:clr>
            <a:srgbClr val="FBAE40"/>
          </p15:clr>
        </p15:guide>
        <p15:guide id="14" pos="506">
          <p15:clr>
            <a:srgbClr val="FBAE40"/>
          </p15:clr>
        </p15:guide>
        <p15:guide id="15" orient="horz" pos="23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">
    <p:bg>
      <p:bgPr>
        <a:solidFill>
          <a:srgbClr val="006A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FECAC198-07DD-448E-BB60-171BAC68A3FB}"/>
              </a:ext>
            </a:extLst>
          </p:cNvPr>
          <p:cNvSpPr/>
          <p:nvPr userDrawn="1"/>
        </p:nvSpPr>
        <p:spPr>
          <a:xfrm>
            <a:off x="365760" y="335280"/>
            <a:ext cx="11460480" cy="6187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8DBA51C-EEEE-9294-1D74-D3EA646283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1957" y="6546855"/>
            <a:ext cx="453048" cy="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0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98">
          <p15:clr>
            <a:srgbClr val="FBAE40"/>
          </p15:clr>
        </p15:guide>
        <p15:guide id="5" pos="7582">
          <p15:clr>
            <a:srgbClr val="FBAE40"/>
          </p15:clr>
        </p15:guide>
        <p15:guide id="6" orient="horz" pos="4088">
          <p15:clr>
            <a:srgbClr val="FBAE40"/>
          </p15:clr>
        </p15:guide>
        <p15:guide id="7" orient="horz" pos="400">
          <p15:clr>
            <a:srgbClr val="FBAE40"/>
          </p15:clr>
        </p15:guide>
        <p15:guide id="8" pos="5927">
          <p15:clr>
            <a:srgbClr val="FBAE40"/>
          </p15:clr>
        </p15:guide>
        <p15:guide id="9" pos="5981">
          <p15:clr>
            <a:srgbClr val="FBAE40"/>
          </p15:clr>
        </p15:guide>
        <p15:guide id="10" orient="horz" pos="464">
          <p15:clr>
            <a:srgbClr val="FBAE40"/>
          </p15:clr>
        </p15:guide>
        <p15:guide id="11" pos="152">
          <p15:clr>
            <a:srgbClr val="FBAE40"/>
          </p15:clr>
        </p15:guide>
        <p15:guide id="12" pos="5876">
          <p15:clr>
            <a:srgbClr val="FBAE40"/>
          </p15:clr>
        </p15:guide>
        <p15:guide id="13" orient="horz" pos="4042">
          <p15:clr>
            <a:srgbClr val="FBAE40"/>
          </p15:clr>
        </p15:guide>
        <p15:guide id="14" pos="506">
          <p15:clr>
            <a:srgbClr val="FBAE40"/>
          </p15:clr>
        </p15:guide>
        <p15:guide id="15" orient="horz" pos="23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EF19F7-DE2B-47D5-AC24-48E6473EF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9F9040-F15E-4BC7-A4C5-BC86526E2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84DD56-6255-4D15-823F-B0C7B9B7E9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01C6-68CF-4574-BFC7-6059EF8C833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F554A9-B84D-4FDC-8C0A-CDC87FC18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55E20C-1F8B-4259-98E9-0715AB5EB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458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6" r:id="rId13"/>
    <p:sldLayoutId id="2147483667" r:id="rId14"/>
    <p:sldLayoutId id="2147483669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D478D4-9A4B-4B49-9C94-0EF78C3F0513}"/>
              </a:ext>
            </a:extLst>
          </p:cNvPr>
          <p:cNvSpPr txBox="1"/>
          <p:nvPr/>
        </p:nvSpPr>
        <p:spPr>
          <a:xfrm>
            <a:off x="1211581" y="2290579"/>
            <a:ext cx="9776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SOM </a:t>
            </a:r>
            <a:r>
              <a:rPr lang="ko-KR" altLang="en-US" sz="4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시스템 현대화 </a:t>
            </a:r>
            <a:r>
              <a:rPr lang="ko-KR" altLang="en-US" sz="40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프로젝트 </a:t>
            </a:r>
            <a:r>
              <a:rPr lang="en-US" altLang="ko-KR" sz="40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</a:t>
            </a:r>
            <a:r>
              <a:rPr lang="ko-KR" altLang="en-US" sz="40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</a:t>
            </a:r>
            <a:endParaRPr lang="en-US" altLang="ko-KR" sz="4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화면 전환 가이드</a:t>
            </a:r>
            <a:endParaRPr lang="en-US" altLang="ko-KR" sz="4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002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47E268-DB1D-4A2B-B0D4-D0D9EA89C7DA}"/>
              </a:ext>
            </a:extLst>
          </p:cNvPr>
          <p:cNvSpPr txBox="1"/>
          <p:nvPr/>
        </p:nvSpPr>
        <p:spPr>
          <a:xfrm>
            <a:off x="1055688" y="449772"/>
            <a:ext cx="74358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목 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526998-CD4A-4F5A-953E-D70045DA6891}"/>
              </a:ext>
            </a:extLst>
          </p:cNvPr>
          <p:cNvSpPr txBox="1"/>
          <p:nvPr/>
        </p:nvSpPr>
        <p:spPr>
          <a:xfrm>
            <a:off x="1055688" y="1226780"/>
            <a:ext cx="3413460" cy="38363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List </a:t>
            </a:r>
            <a:r>
              <a:rPr lang="ko-KR" altLang="en-US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화면</a:t>
            </a:r>
            <a:endParaRPr lang="en-US" altLang="ko-KR" sz="1400">
              <a:solidFill>
                <a:srgbClr val="006AC6"/>
              </a:solidFill>
              <a:ea typeface="나눔스퀘어_ac 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화면</a:t>
            </a:r>
            <a:endParaRPr lang="en-US" altLang="ko-KR" sz="1400">
              <a:solidFill>
                <a:srgbClr val="006AC6"/>
              </a:solidFill>
              <a:ea typeface="나눔스퀘어_ac 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AutoNum type="arabicParenR"/>
            </a:pPr>
            <a:r>
              <a:rPr lang="en-US" altLang="ko-KR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Script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Detail</a:t>
            </a:r>
            <a:r>
              <a:rPr lang="en-US" altLang="ko-KR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(Popup</a:t>
            </a:r>
            <a:r>
              <a:rPr lang="en-US" altLang="ko-KR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) </a:t>
            </a:r>
            <a:r>
              <a:rPr lang="ko-KR" altLang="en-US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화면</a:t>
            </a:r>
            <a:endParaRPr lang="en-US" altLang="ko-KR" sz="1400" dirty="0">
              <a:solidFill>
                <a:srgbClr val="006AC6"/>
              </a:solidFill>
              <a:ea typeface="나눔스퀘어_ac 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화면</a:t>
            </a:r>
            <a:endParaRPr lang="en-US" altLang="ko-KR" sz="1400" dirty="0">
              <a:solidFill>
                <a:srgbClr val="006AC6"/>
              </a:solidFill>
              <a:ea typeface="나눔스퀘어_ac 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AutoNum type="arabicParenR"/>
            </a:pPr>
            <a:r>
              <a:rPr lang="en-US" altLang="ko-KR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Script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Script </a:t>
            </a:r>
            <a:r>
              <a:rPr lang="ko-KR" altLang="en-US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수정 </a:t>
            </a:r>
            <a:r>
              <a:rPr lang="en-US" altLang="ko-KR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- </a:t>
            </a:r>
            <a:r>
              <a:rPr lang="ko-KR" altLang="en-US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공통</a:t>
            </a:r>
            <a:endParaRPr lang="en-US" altLang="ko-KR" sz="1400">
              <a:solidFill>
                <a:srgbClr val="006AC6"/>
              </a:solidFill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Grid</a:t>
            </a:r>
            <a:endParaRPr lang="en-US" altLang="ko-KR" sz="1400" dirty="0">
              <a:solidFill>
                <a:srgbClr val="006AC6"/>
              </a:solidFill>
              <a:ea typeface="나눔스퀘어_ac 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Expr(</a:t>
            </a:r>
            <a:r>
              <a:rPr lang="ko-KR" altLang="en-US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표현식</a:t>
            </a:r>
            <a:r>
              <a:rPr lang="en-US" altLang="ko-KR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)</a:t>
            </a:r>
            <a:endParaRPr lang="en-US" altLang="ko-KR" sz="1400" dirty="0">
              <a:solidFill>
                <a:srgbClr val="006AC6"/>
              </a:solidFill>
              <a:ea typeface="나눔스퀘어_ac 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Display Type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Sort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takeval </a:t>
            </a:r>
            <a:r>
              <a:rPr lang="ko-KR" altLang="en-US" sz="1400">
                <a:solidFill>
                  <a:srgbClr val="006AC6"/>
                </a:solidFill>
                <a:ea typeface="나눔스퀘어_ac Bold" panose="020B0600000101010101" pitchFamily="50" charset="-127"/>
              </a:rPr>
              <a:t>변동사항</a:t>
            </a:r>
            <a:endParaRPr lang="en-US" altLang="ko-KR" sz="1400">
              <a:solidFill>
                <a:srgbClr val="006AC6"/>
              </a:solidFill>
              <a:ea typeface="나눔스퀘어_ac Bold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A12462-D03E-4F84-9840-063E9EC74D19}"/>
              </a:ext>
            </a:extLst>
          </p:cNvPr>
          <p:cNvSpPr txBox="1"/>
          <p:nvPr/>
        </p:nvSpPr>
        <p:spPr>
          <a:xfrm>
            <a:off x="1055688" y="738530"/>
            <a:ext cx="316246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Table of Contents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8139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CE66-9315-304D-831B-6223833CA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747C17ED-D630-AC86-F306-76F3FDD72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16" y="1232820"/>
            <a:ext cx="8884403" cy="28243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2FA05E-C8B4-8B3D-FA17-7FE95CE479BA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7F278CC-DB11-D1EC-4BAF-B784603F8D4F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60309DBD-0B78-344B-994F-2246876ACE23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9E1EE-9767-4FD6-4D9F-65A4976F242E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1D9E58-DDE9-6AC1-591D-B1FF990CDBF5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List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33B19DE-42F7-BA50-231E-7B14769E918D}"/>
              </a:ext>
            </a:extLst>
          </p:cNvPr>
          <p:cNvSpPr/>
          <p:nvPr/>
        </p:nvSpPr>
        <p:spPr>
          <a:xfrm>
            <a:off x="7804681" y="1976906"/>
            <a:ext cx="372667" cy="14678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9" name="순서도: 연결자 28">
            <a:extLst>
              <a:ext uri="{FF2B5EF4-FFF2-40B4-BE49-F238E27FC236}">
                <a16:creationId xmlns:a16="http://schemas.microsoft.com/office/drawing/2014/main" id="{11116139-AB1D-649A-68D2-8A0BAF264393}"/>
              </a:ext>
            </a:extLst>
          </p:cNvPr>
          <p:cNvSpPr/>
          <p:nvPr/>
        </p:nvSpPr>
        <p:spPr>
          <a:xfrm>
            <a:off x="7804680" y="171587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EA7A843-836F-9E5A-C22D-BFE90C2041E7}"/>
              </a:ext>
            </a:extLst>
          </p:cNvPr>
          <p:cNvSpPr/>
          <p:nvPr/>
        </p:nvSpPr>
        <p:spPr>
          <a:xfrm>
            <a:off x="5591174" y="1852436"/>
            <a:ext cx="1048469" cy="57326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5762DC1-BD0F-EF89-2A73-6B85916FAF34}"/>
              </a:ext>
            </a:extLst>
          </p:cNvPr>
          <p:cNvSpPr/>
          <p:nvPr/>
        </p:nvSpPr>
        <p:spPr>
          <a:xfrm>
            <a:off x="313915" y="1237045"/>
            <a:ext cx="8884403" cy="2820089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7EE0B-DA05-1813-0A9F-3F237E0F751F}"/>
              </a:ext>
            </a:extLst>
          </p:cNvPr>
          <p:cNvSpPr txBox="1"/>
          <p:nvPr/>
        </p:nvSpPr>
        <p:spPr>
          <a:xfrm>
            <a:off x="9509760" y="1018651"/>
            <a:ext cx="2521373" cy="4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Form ID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파일명과 </a:t>
            </a:r>
            <a:r>
              <a:rPr lang="ko-KR" altLang="en-US" sz="1000" dirty="0">
                <a:solidFill>
                  <a:srgbClr val="333333"/>
                </a:solidFill>
              </a:rPr>
              <a:t>동일하게 수정.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</a:t>
            </a:r>
            <a:r>
              <a:rPr lang="ko-KR" altLang="en-US" sz="1000" b="1">
                <a:solidFill>
                  <a:srgbClr val="333333"/>
                </a:solidFill>
              </a:rPr>
              <a:t>공통 버튼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공통 버튼으로 사용될</a:t>
            </a:r>
            <a:r>
              <a:rPr lang="en-US" altLang="ko-KR" sz="1000">
                <a:solidFill>
                  <a:srgbClr val="333333"/>
                </a:solidFill>
              </a:rPr>
              <a:t> </a:t>
            </a:r>
            <a:r>
              <a:rPr lang="ko-KR" altLang="en-US" sz="1000">
                <a:solidFill>
                  <a:srgbClr val="333333"/>
                </a:solidFill>
              </a:rPr>
              <a:t>기존 버튼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컴포넌트</a:t>
            </a:r>
            <a:r>
              <a:rPr lang="en-US" altLang="ko-KR" sz="1000">
                <a:solidFill>
                  <a:srgbClr val="333333"/>
                </a:solidFill>
              </a:rPr>
              <a:t> </a:t>
            </a:r>
            <a:r>
              <a:rPr lang="ko-KR" altLang="en-US" sz="1000">
                <a:solidFill>
                  <a:srgbClr val="333333"/>
                </a:solidFill>
              </a:rPr>
              <a:t>제거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en-US" altLang="ko-KR" sz="1000">
                <a:solidFill>
                  <a:srgbClr val="333333"/>
                </a:solidFill>
              </a:rPr>
              <a:t>onclick </a:t>
            </a:r>
            <a:r>
              <a:rPr lang="ko-KR" altLang="en-US" sz="1000">
                <a:solidFill>
                  <a:srgbClr val="333333"/>
                </a:solidFill>
              </a:rPr>
              <a:t>이벤트 →</a:t>
            </a:r>
            <a:r>
              <a:rPr lang="en-US" altLang="ko-KR" sz="1000">
                <a:solidFill>
                  <a:srgbClr val="333333"/>
                </a:solidFill>
              </a:rPr>
              <a:t> </a:t>
            </a:r>
            <a:r>
              <a:rPr lang="ko-KR" altLang="en-US" sz="1000">
                <a:solidFill>
                  <a:srgbClr val="333333"/>
                </a:solidFill>
              </a:rPr>
              <a:t>공통 버튼 함수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명으로 수정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 b="1">
                <a:solidFill>
                  <a:srgbClr val="333333"/>
                </a:solidFill>
              </a:rPr>
              <a:t>- </a:t>
            </a:r>
            <a:r>
              <a:rPr lang="ko-KR" altLang="en-US" sz="1000" b="1">
                <a:solidFill>
                  <a:srgbClr val="333333"/>
                </a:solidFill>
              </a:rPr>
              <a:t>공통 버튼 함수명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1. </a:t>
            </a:r>
            <a:r>
              <a:rPr lang="ko-KR" altLang="en-US" sz="1000">
                <a:solidFill>
                  <a:srgbClr val="333333"/>
                </a:solidFill>
              </a:rPr>
              <a:t>조회</a:t>
            </a:r>
            <a:r>
              <a:rPr lang="en-US" altLang="ko-KR" sz="1000">
                <a:solidFill>
                  <a:srgbClr val="333333"/>
                </a:solidFill>
              </a:rPr>
              <a:t>(Search,</a:t>
            </a:r>
            <a:r>
              <a:rPr lang="ko-KR" altLang="en-US" sz="1000">
                <a:solidFill>
                  <a:srgbClr val="333333"/>
                </a:solidFill>
              </a:rPr>
              <a:t> </a:t>
            </a:r>
            <a:r>
              <a:rPr lang="en-US" altLang="ko-KR" sz="1000">
                <a:solidFill>
                  <a:srgbClr val="333333"/>
                </a:solidFill>
              </a:rPr>
              <a:t>Inquiry) - fnSearch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</a:t>
            </a:r>
            <a:r>
              <a:rPr lang="en-US" altLang="ko-KR" sz="1000" dirty="0">
                <a:solidFill>
                  <a:srgbClr val="333333"/>
                </a:solidFill>
              </a:rPr>
              <a:t>2. </a:t>
            </a:r>
            <a:r>
              <a:rPr lang="ko-KR" altLang="en-US" sz="1000" dirty="0">
                <a:solidFill>
                  <a:srgbClr val="333333"/>
                </a:solidFill>
              </a:rPr>
              <a:t>신규</a:t>
            </a:r>
            <a:r>
              <a:rPr lang="en-US" altLang="ko-KR" sz="1000" dirty="0">
                <a:solidFill>
                  <a:srgbClr val="333333"/>
                </a:solidFill>
              </a:rPr>
              <a:t>(New</a:t>
            </a:r>
            <a:r>
              <a:rPr lang="en-US" altLang="ko-KR" sz="1000">
                <a:solidFill>
                  <a:srgbClr val="333333"/>
                </a:solidFill>
              </a:rPr>
              <a:t>) - fnAdd, fnAddRow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3. </a:t>
            </a:r>
            <a:r>
              <a:rPr lang="ko-KR" altLang="en-US" sz="1000" dirty="0">
                <a:solidFill>
                  <a:srgbClr val="333333"/>
                </a:solidFill>
              </a:rPr>
              <a:t>삭제</a:t>
            </a:r>
            <a:r>
              <a:rPr lang="en-US" altLang="ko-KR" sz="1000" dirty="0">
                <a:solidFill>
                  <a:srgbClr val="333333"/>
                </a:solidFill>
              </a:rPr>
              <a:t>(Delete</a:t>
            </a:r>
            <a:r>
              <a:rPr lang="en-US" altLang="ko-KR" sz="1000">
                <a:solidFill>
                  <a:srgbClr val="333333"/>
                </a:solidFill>
              </a:rPr>
              <a:t>) - fnDel, fnDelRow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4. </a:t>
            </a:r>
            <a:r>
              <a:rPr lang="ko-KR" altLang="en-US" sz="1000" dirty="0">
                <a:solidFill>
                  <a:srgbClr val="333333"/>
                </a:solidFill>
              </a:rPr>
              <a:t>저장</a:t>
            </a:r>
            <a:r>
              <a:rPr lang="en-US" altLang="ko-KR" sz="1000" dirty="0">
                <a:solidFill>
                  <a:srgbClr val="333333"/>
                </a:solidFill>
              </a:rPr>
              <a:t>(Save</a:t>
            </a:r>
            <a:r>
              <a:rPr lang="en-US" altLang="ko-KR" sz="1000">
                <a:solidFill>
                  <a:srgbClr val="333333"/>
                </a:solidFill>
              </a:rPr>
              <a:t>) - </a:t>
            </a:r>
            <a:r>
              <a:rPr lang="en-US" altLang="ko-KR" sz="1000" dirty="0" err="1">
                <a:solidFill>
                  <a:srgbClr val="333333"/>
                </a:solidFill>
              </a:rPr>
              <a:t>fnSave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5. </a:t>
            </a:r>
            <a:r>
              <a:rPr lang="ko-KR" altLang="en-US" sz="1000" dirty="0">
                <a:solidFill>
                  <a:srgbClr val="333333"/>
                </a:solidFill>
              </a:rPr>
              <a:t>결재</a:t>
            </a:r>
            <a:r>
              <a:rPr lang="en-US" altLang="ko-KR" sz="1000" dirty="0">
                <a:solidFill>
                  <a:srgbClr val="333333"/>
                </a:solidFill>
              </a:rPr>
              <a:t>(Approve) - </a:t>
            </a:r>
            <a:r>
              <a:rPr lang="en-US" altLang="ko-KR" sz="1000" dirty="0" err="1">
                <a:solidFill>
                  <a:srgbClr val="333333"/>
                </a:solidFill>
              </a:rPr>
              <a:t>fnApprove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6. </a:t>
            </a:r>
            <a:r>
              <a:rPr lang="ko-KR" altLang="en-US" sz="1000" dirty="0">
                <a:solidFill>
                  <a:srgbClr val="333333"/>
                </a:solidFill>
              </a:rPr>
              <a:t>상세</a:t>
            </a:r>
            <a:r>
              <a:rPr lang="en-US" altLang="ko-KR" sz="1000" dirty="0">
                <a:solidFill>
                  <a:srgbClr val="333333"/>
                </a:solidFill>
              </a:rPr>
              <a:t>(Detail) - </a:t>
            </a:r>
            <a:r>
              <a:rPr lang="en-US" altLang="ko-KR" sz="1000" dirty="0" err="1">
                <a:solidFill>
                  <a:srgbClr val="333333"/>
                </a:solidFill>
              </a:rPr>
              <a:t>fnDetail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7</a:t>
            </a:r>
            <a:r>
              <a:rPr lang="en-US" altLang="ko-KR" sz="1000">
                <a:solidFill>
                  <a:srgbClr val="333333"/>
                </a:solidFill>
              </a:rPr>
              <a:t>. </a:t>
            </a:r>
            <a:r>
              <a:rPr lang="ko-KR" altLang="en-US" sz="1000">
                <a:solidFill>
                  <a:srgbClr val="333333"/>
                </a:solidFill>
              </a:rPr>
              <a:t>인쇄</a:t>
            </a:r>
            <a:r>
              <a:rPr lang="en-US" altLang="ko-KR" sz="1000">
                <a:solidFill>
                  <a:srgbClr val="333333"/>
                </a:solidFill>
              </a:rPr>
              <a:t>(</a:t>
            </a:r>
            <a:r>
              <a:rPr lang="en-US" altLang="ko-KR" sz="1000" dirty="0">
                <a:solidFill>
                  <a:srgbClr val="333333"/>
                </a:solidFill>
              </a:rPr>
              <a:t>Print) - </a:t>
            </a:r>
            <a:r>
              <a:rPr lang="en-US" altLang="ko-KR" sz="1000" dirty="0" err="1">
                <a:solidFill>
                  <a:srgbClr val="333333"/>
                </a:solidFill>
              </a:rPr>
              <a:t>fnPrint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8. </a:t>
            </a:r>
            <a:r>
              <a:rPr lang="ko-KR" altLang="en-US" sz="1000" dirty="0">
                <a:solidFill>
                  <a:srgbClr val="333333"/>
                </a:solidFill>
              </a:rPr>
              <a:t>엑셀</a:t>
            </a:r>
            <a:r>
              <a:rPr lang="en-US" altLang="ko-KR" sz="1000" dirty="0">
                <a:solidFill>
                  <a:srgbClr val="333333"/>
                </a:solidFill>
              </a:rPr>
              <a:t>(Excel</a:t>
            </a:r>
            <a:r>
              <a:rPr lang="en-US" altLang="ko-KR" sz="1000">
                <a:solidFill>
                  <a:srgbClr val="333333"/>
                </a:solidFill>
              </a:rPr>
              <a:t>) - </a:t>
            </a:r>
            <a:r>
              <a:rPr lang="en-US" altLang="ko-KR" sz="1000" dirty="0" err="1">
                <a:solidFill>
                  <a:srgbClr val="333333"/>
                </a:solidFill>
              </a:rPr>
              <a:t>fnExcel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9. </a:t>
            </a:r>
            <a:r>
              <a:rPr lang="ko-KR" altLang="en-US" sz="1000" dirty="0">
                <a:solidFill>
                  <a:srgbClr val="333333"/>
                </a:solidFill>
              </a:rPr>
              <a:t>닫기</a:t>
            </a:r>
            <a:r>
              <a:rPr lang="en-US" altLang="ko-KR" sz="1000" dirty="0">
                <a:solidFill>
                  <a:srgbClr val="333333"/>
                </a:solidFill>
              </a:rPr>
              <a:t>(Close</a:t>
            </a:r>
            <a:r>
              <a:rPr lang="en-US" altLang="ko-KR" sz="1000">
                <a:solidFill>
                  <a:srgbClr val="333333"/>
                </a:solidFill>
              </a:rPr>
              <a:t>) – fnClose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③ 기능 버튼 색상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 - </a:t>
            </a:r>
            <a:r>
              <a:rPr lang="ko-KR" altLang="en-US" sz="1000">
                <a:solidFill>
                  <a:srgbClr val="333333"/>
                </a:solidFill>
              </a:rPr>
              <a:t>회색 테두리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④ 수정된 </a:t>
            </a:r>
            <a:r>
              <a:rPr lang="ko-KR" altLang="en-US" sz="1000" b="1" dirty="0">
                <a:solidFill>
                  <a:srgbClr val="333333"/>
                </a:solidFill>
              </a:rPr>
              <a:t>화면</a:t>
            </a:r>
            <a:endParaRPr lang="en-US" altLang="ko-KR" sz="1000" b="1" dirty="0">
              <a:solidFill>
                <a:srgbClr val="33333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9816C-0DFB-B655-D4EF-ECABEF7D8ED7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DF19D46-7F5E-23E4-AAD4-1FE15B817891}"/>
              </a:ext>
            </a:extLst>
          </p:cNvPr>
          <p:cNvGrpSpPr/>
          <p:nvPr/>
        </p:nvGrpSpPr>
        <p:grpSpPr>
          <a:xfrm>
            <a:off x="7388215" y="2225888"/>
            <a:ext cx="1217399" cy="176313"/>
            <a:chOff x="7804681" y="2168901"/>
            <a:chExt cx="1217399" cy="176313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701E10EC-9D5C-689A-C345-5326148AD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4681" y="2168901"/>
              <a:ext cx="1217399" cy="176313"/>
            </a:xfrm>
            <a:prstGeom prst="rect">
              <a:avLst/>
            </a:prstGeom>
          </p:spPr>
        </p:pic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845FEB27-4062-5756-E864-B0A35BE7BD7F}"/>
                </a:ext>
              </a:extLst>
            </p:cNvPr>
            <p:cNvSpPr/>
            <p:nvPr/>
          </p:nvSpPr>
          <p:spPr>
            <a:xfrm>
              <a:off x="7804681" y="2177689"/>
              <a:ext cx="1217399" cy="146785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D640D3D-B8D4-F346-AB99-91E590D17B15}"/>
              </a:ext>
            </a:extLst>
          </p:cNvPr>
          <p:cNvSpPr/>
          <p:nvPr/>
        </p:nvSpPr>
        <p:spPr>
          <a:xfrm>
            <a:off x="4698212" y="1669099"/>
            <a:ext cx="882000" cy="166481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1" name="순서도: 연결자 30">
            <a:extLst>
              <a:ext uri="{FF2B5EF4-FFF2-40B4-BE49-F238E27FC236}">
                <a16:creationId xmlns:a16="http://schemas.microsoft.com/office/drawing/2014/main" id="{375241E1-012D-4CBF-869C-0596D6088E8F}"/>
              </a:ext>
            </a:extLst>
          </p:cNvPr>
          <p:cNvSpPr/>
          <p:nvPr/>
        </p:nvSpPr>
        <p:spPr>
          <a:xfrm>
            <a:off x="4698212" y="1415812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3</a:t>
            </a:r>
            <a:endParaRPr lang="en-US" altLang="ko-KR" sz="1200" b="1" dirty="0"/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2317AEB0-3738-5709-EC21-80A355AF7AE5}"/>
              </a:ext>
            </a:extLst>
          </p:cNvPr>
          <p:cNvSpPr/>
          <p:nvPr/>
        </p:nvSpPr>
        <p:spPr>
          <a:xfrm>
            <a:off x="5591174" y="1597450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269FD67C-E45E-7BA4-9249-C9BFB5299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915" y="4210962"/>
            <a:ext cx="8884403" cy="2054550"/>
          </a:xfrm>
          <a:prstGeom prst="rect">
            <a:avLst/>
          </a:prstGeom>
        </p:spPr>
      </p:pic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1D38F4D-5DCD-3B12-3E7E-23CACD9091B0}"/>
              </a:ext>
            </a:extLst>
          </p:cNvPr>
          <p:cNvSpPr/>
          <p:nvPr/>
        </p:nvSpPr>
        <p:spPr>
          <a:xfrm>
            <a:off x="313915" y="4210962"/>
            <a:ext cx="8884403" cy="205455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7" name="순서도: 연결자 36">
            <a:extLst>
              <a:ext uri="{FF2B5EF4-FFF2-40B4-BE49-F238E27FC236}">
                <a16:creationId xmlns:a16="http://schemas.microsoft.com/office/drawing/2014/main" id="{EE19CDC4-2F56-31C9-8E0A-060146DBFACF}"/>
              </a:ext>
            </a:extLst>
          </p:cNvPr>
          <p:cNvSpPr/>
          <p:nvPr/>
        </p:nvSpPr>
        <p:spPr>
          <a:xfrm>
            <a:off x="313914" y="3958075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4</a:t>
            </a:r>
            <a:endParaRPr lang="en-US" altLang="ko-KR" sz="1200" b="1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C8F2E8C-8B20-3690-B20A-2E40620062B0}"/>
              </a:ext>
            </a:extLst>
          </p:cNvPr>
          <p:cNvSpPr/>
          <p:nvPr/>
        </p:nvSpPr>
        <p:spPr>
          <a:xfrm>
            <a:off x="314012" y="1237583"/>
            <a:ext cx="1100452" cy="12925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393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40541-E9E7-8D36-A37D-12DFBA10D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그림 52">
            <a:extLst>
              <a:ext uri="{FF2B5EF4-FFF2-40B4-BE49-F238E27FC236}">
                <a16:creationId xmlns:a16="http://schemas.microsoft.com/office/drawing/2014/main" id="{E5707ECE-1A69-8D12-97EF-99D407302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44" y="1563025"/>
            <a:ext cx="8444542" cy="11155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93006E-D92C-8475-3C19-367E6A27BCD2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CA25312-B4D7-438F-1D4E-C242E596A17F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FFBC536B-1FE0-CE86-A4F9-CA53DC57898D}"/>
              </a:ext>
            </a:extLst>
          </p:cNvPr>
          <p:cNvSpPr/>
          <p:nvPr/>
        </p:nvSpPr>
        <p:spPr>
          <a:xfrm>
            <a:off x="233703" y="1143318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C7C1B8-FBCE-EE43-28F1-E55384B72B70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8B9BE4-7BB4-7FFD-B662-FEFCC33534A5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List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076A7D-6629-FE84-2EEA-3B3443FFFCFC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D80081-88AF-FA86-7BD6-F3D92AC4291F}"/>
              </a:ext>
            </a:extLst>
          </p:cNvPr>
          <p:cNvSpPr txBox="1"/>
          <p:nvPr/>
        </p:nvSpPr>
        <p:spPr>
          <a:xfrm>
            <a:off x="9509760" y="1018651"/>
            <a:ext cx="2521373" cy="1803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공통 버튼 </a:t>
            </a:r>
            <a:r>
              <a:rPr lang="en-US" altLang="ko-KR" sz="1000" b="1">
                <a:solidFill>
                  <a:srgbClr val="333333"/>
                </a:solidFill>
              </a:rPr>
              <a:t>- fnSearch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en-US" sz="1000">
                <a:solidFill>
                  <a:srgbClr val="333333"/>
                </a:solidFill>
              </a:rPr>
              <a:t>함수명 → </a:t>
            </a:r>
            <a:r>
              <a:rPr lang="en-US" altLang="ko-KR" sz="1000">
                <a:solidFill>
                  <a:srgbClr val="333333"/>
                </a:solidFill>
              </a:rPr>
              <a:t>fnSearch</a:t>
            </a:r>
            <a:r>
              <a:rPr lang="ko-KR" altLang="en-US" sz="1000">
                <a:solidFill>
                  <a:srgbClr val="333333"/>
                </a:solidFill>
              </a:rPr>
              <a:t>로 수정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en-US" sz="1000">
                <a:solidFill>
                  <a:srgbClr val="333333"/>
                </a:solidFill>
              </a:rPr>
              <a:t>파라미터에 </a:t>
            </a:r>
            <a:r>
              <a:rPr lang="en-US" altLang="ko-KR" sz="1000">
                <a:solidFill>
                  <a:srgbClr val="333333"/>
                </a:solidFill>
              </a:rPr>
              <a:t>take.nvl </a:t>
            </a:r>
            <a:r>
              <a:rPr lang="ko-KR" altLang="en-US" sz="1000">
                <a:solidFill>
                  <a:srgbClr val="333333"/>
                </a:solidFill>
              </a:rPr>
              <a:t>함수 사용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en-US" sz="1000">
                <a:solidFill>
                  <a:srgbClr val="333333"/>
                </a:solidFill>
              </a:rPr>
              <a:t>호출 </a:t>
            </a:r>
            <a:r>
              <a:rPr lang="en-US" altLang="ko-KR" sz="1000">
                <a:solidFill>
                  <a:srgbClr val="333333"/>
                </a:solidFill>
              </a:rPr>
              <a:t>Url </a:t>
            </a:r>
            <a:r>
              <a:rPr lang="ko-KR" altLang="en-US" sz="1000">
                <a:solidFill>
                  <a:srgbClr val="333333"/>
                </a:solidFill>
              </a:rPr>
              <a:t>수정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en-US" sz="1000">
                <a:solidFill>
                  <a:srgbClr val="333333"/>
                </a:solidFill>
              </a:rPr>
              <a:t>조회 </a:t>
            </a:r>
            <a:r>
              <a:rPr lang="en-US" altLang="ko-KR" sz="1000">
                <a:solidFill>
                  <a:srgbClr val="333333"/>
                </a:solidFill>
              </a:rPr>
              <a:t>Transaction </a:t>
            </a:r>
            <a:r>
              <a:rPr lang="ko-KR" altLang="en-US" sz="1000">
                <a:solidFill>
                  <a:srgbClr val="333333"/>
                </a:solidFill>
              </a:rPr>
              <a:t>호출 전 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Dataset </a:t>
            </a:r>
            <a:r>
              <a:rPr lang="ko-KR" altLang="en-US" sz="1000">
                <a:solidFill>
                  <a:srgbClr val="333333"/>
                </a:solidFill>
              </a:rPr>
              <a:t>초기화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② 공통 버튼 </a:t>
            </a:r>
            <a:r>
              <a:rPr lang="en-US" altLang="ko-KR" sz="1000" b="1">
                <a:solidFill>
                  <a:srgbClr val="333333"/>
                </a:solidFill>
              </a:rPr>
              <a:t>-</a:t>
            </a:r>
            <a:r>
              <a:rPr lang="ko-KR" altLang="en-US" sz="1000" b="1">
                <a:solidFill>
                  <a:srgbClr val="333333"/>
                </a:solidFill>
              </a:rPr>
              <a:t> </a:t>
            </a:r>
            <a:r>
              <a:rPr lang="en-US" altLang="ko-KR" sz="1000" b="1">
                <a:solidFill>
                  <a:srgbClr val="333333"/>
                </a:solidFill>
              </a:rPr>
              <a:t>fnClose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en-US" sz="1000">
                <a:solidFill>
                  <a:srgbClr val="333333"/>
                </a:solidFill>
              </a:rPr>
              <a:t>함수명 → </a:t>
            </a:r>
            <a:r>
              <a:rPr lang="en-US" altLang="ko-KR" sz="1000">
                <a:solidFill>
                  <a:srgbClr val="333333"/>
                </a:solidFill>
              </a:rPr>
              <a:t>fnClose</a:t>
            </a:r>
            <a:r>
              <a:rPr lang="ko-KR" altLang="en-US" sz="1000">
                <a:solidFill>
                  <a:srgbClr val="333333"/>
                </a:solidFill>
              </a:rPr>
              <a:t>로 수정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BF93D0F9-CCBD-8A3F-568E-028E8E582C06}"/>
              </a:ext>
            </a:extLst>
          </p:cNvPr>
          <p:cNvSpPr/>
          <p:nvPr/>
        </p:nvSpPr>
        <p:spPr>
          <a:xfrm>
            <a:off x="419904" y="127093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1</a:t>
            </a:r>
            <a:endParaRPr lang="en-US" altLang="ko-KR" sz="1200" b="1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8D94E23-40B2-4F96-D318-46999CD92F76}"/>
              </a:ext>
            </a:extLst>
          </p:cNvPr>
          <p:cNvSpPr/>
          <p:nvPr/>
        </p:nvSpPr>
        <p:spPr>
          <a:xfrm>
            <a:off x="434973" y="1528892"/>
            <a:ext cx="8655828" cy="1148525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9750A83-4D3F-D480-E872-0B64C5E39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1743" y="2841899"/>
            <a:ext cx="8394997" cy="1469629"/>
          </a:xfrm>
          <a:prstGeom prst="rect">
            <a:avLst/>
          </a:prstGeom>
        </p:spPr>
      </p:pic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9515E1C-6A87-CCD6-1495-3B1D195B065E}"/>
              </a:ext>
            </a:extLst>
          </p:cNvPr>
          <p:cNvSpPr/>
          <p:nvPr/>
        </p:nvSpPr>
        <p:spPr>
          <a:xfrm>
            <a:off x="434974" y="2770390"/>
            <a:ext cx="8655827" cy="1541139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3D0BBBD-B025-9870-3D94-12A75E5F8D05}"/>
              </a:ext>
            </a:extLst>
          </p:cNvPr>
          <p:cNvSpPr/>
          <p:nvPr/>
        </p:nvSpPr>
        <p:spPr>
          <a:xfrm>
            <a:off x="688957" y="1693673"/>
            <a:ext cx="929436" cy="12128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7C5C5DE-F32C-6EE8-E132-DFC789DF479D}"/>
              </a:ext>
            </a:extLst>
          </p:cNvPr>
          <p:cNvSpPr/>
          <p:nvPr/>
        </p:nvSpPr>
        <p:spPr>
          <a:xfrm>
            <a:off x="635320" y="3429000"/>
            <a:ext cx="8200252" cy="74748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A2FDCE71-81EC-2BEC-EDCE-E6B80D65FD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1745" y="4776146"/>
            <a:ext cx="4024942" cy="532510"/>
          </a:xfrm>
          <a:prstGeom prst="rect">
            <a:avLst/>
          </a:prstGeom>
        </p:spPr>
      </p:pic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18FDD15-7983-24B0-96A4-B0D7A16F4421}"/>
              </a:ext>
            </a:extLst>
          </p:cNvPr>
          <p:cNvSpPr/>
          <p:nvPr/>
        </p:nvSpPr>
        <p:spPr>
          <a:xfrm>
            <a:off x="429122" y="4711907"/>
            <a:ext cx="8655827" cy="651389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D74D252B-2E98-E807-BECE-6C3C4F8C89C0}"/>
              </a:ext>
            </a:extLst>
          </p:cNvPr>
          <p:cNvSpPr/>
          <p:nvPr/>
        </p:nvSpPr>
        <p:spPr>
          <a:xfrm>
            <a:off x="419904" y="4450408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2</a:t>
            </a:r>
            <a:endParaRPr lang="en-US" altLang="ko-KR" sz="1200" b="1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9B617A24-5EEA-73DB-7323-16CCC722DD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116" y="5541912"/>
            <a:ext cx="4028571" cy="532989"/>
          </a:xfrm>
          <a:prstGeom prst="rect">
            <a:avLst/>
          </a:prstGeom>
        </p:spPr>
      </p:pic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6D4AC51-BC34-31BF-FAD9-46923DE62825}"/>
              </a:ext>
            </a:extLst>
          </p:cNvPr>
          <p:cNvSpPr/>
          <p:nvPr/>
        </p:nvSpPr>
        <p:spPr>
          <a:xfrm>
            <a:off x="419904" y="5478758"/>
            <a:ext cx="8659193" cy="651388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55BE85A5-7156-2D9A-AE00-45B3D2FC1EC9}"/>
              </a:ext>
            </a:extLst>
          </p:cNvPr>
          <p:cNvSpPr/>
          <p:nvPr/>
        </p:nvSpPr>
        <p:spPr>
          <a:xfrm>
            <a:off x="704728" y="5534682"/>
            <a:ext cx="392915" cy="16046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0C4DE09-556B-6200-3E00-5FFA1E615A4C}"/>
              </a:ext>
            </a:extLst>
          </p:cNvPr>
          <p:cNvSpPr/>
          <p:nvPr/>
        </p:nvSpPr>
        <p:spPr>
          <a:xfrm>
            <a:off x="635320" y="5781189"/>
            <a:ext cx="944247" cy="180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D38CBCB-74A1-EE37-E5E2-C27198090E8E}"/>
              </a:ext>
            </a:extLst>
          </p:cNvPr>
          <p:cNvSpPr/>
          <p:nvPr/>
        </p:nvSpPr>
        <p:spPr>
          <a:xfrm>
            <a:off x="635320" y="5009967"/>
            <a:ext cx="910501" cy="180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DD18BAA1-04E3-849A-73EB-A9C2CDFE325E}"/>
              </a:ext>
            </a:extLst>
          </p:cNvPr>
          <p:cNvSpPr/>
          <p:nvPr/>
        </p:nvSpPr>
        <p:spPr>
          <a:xfrm>
            <a:off x="708874" y="4776146"/>
            <a:ext cx="836947" cy="16046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C3DA6B07-5F32-5361-2AC9-650421084A04}"/>
              </a:ext>
            </a:extLst>
          </p:cNvPr>
          <p:cNvSpPr/>
          <p:nvPr/>
        </p:nvSpPr>
        <p:spPr>
          <a:xfrm>
            <a:off x="704728" y="3308188"/>
            <a:ext cx="413779" cy="12128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858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9D4D9-EE4A-4489-710D-3438E58B1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A60DCB6-EF53-939A-097B-8C1514637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96" y="1590407"/>
            <a:ext cx="5208951" cy="8001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C863A7-19C7-1BBF-0FD4-57EF804D4C0D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35F618E-9467-1D3F-F6D6-1673D6991DBC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00BB67-473A-7F80-4A10-E86EE37171F9}"/>
              </a:ext>
            </a:extLst>
          </p:cNvPr>
          <p:cNvSpPr txBox="1"/>
          <p:nvPr/>
        </p:nvSpPr>
        <p:spPr>
          <a:xfrm>
            <a:off x="9509760" y="1018651"/>
            <a:ext cx="2521373" cy="1995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공통 버튼 </a:t>
            </a:r>
            <a:r>
              <a:rPr lang="en-US" altLang="ko-KR" sz="1000" b="1">
                <a:solidFill>
                  <a:srgbClr val="333333"/>
                </a:solidFill>
              </a:rPr>
              <a:t>- fnExcel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함수명 →  </a:t>
            </a:r>
            <a:r>
              <a:rPr lang="en-US" altLang="ko-KR" sz="1000">
                <a:solidFill>
                  <a:srgbClr val="333333"/>
                </a:solidFill>
              </a:rPr>
              <a:t>fnExcel</a:t>
            </a:r>
            <a:r>
              <a:rPr lang="ko-KR" altLang="en-US" sz="1000">
                <a:solidFill>
                  <a:srgbClr val="333333"/>
                </a:solidFill>
              </a:rPr>
              <a:t>로 수정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en-US" sz="1000">
                <a:solidFill>
                  <a:srgbClr val="333333"/>
                </a:solidFill>
              </a:rPr>
              <a:t>파일명 </a:t>
            </a:r>
            <a:r>
              <a:rPr lang="en-US" altLang="ko-KR" sz="1000">
                <a:solidFill>
                  <a:srgbClr val="333333"/>
                </a:solidFill>
              </a:rPr>
              <a:t>: </a:t>
            </a:r>
            <a:r>
              <a:rPr lang="ko-KR" altLang="ko-KR" sz="1000"/>
              <a:t>파일명 + ＂_＂ + </a:t>
            </a:r>
            <a:endParaRPr lang="en-US" altLang="ko-KR" sz="1000"/>
          </a:p>
          <a:p>
            <a:pPr marL="144000">
              <a:lnSpc>
                <a:spcPts val="1500"/>
              </a:lnSpc>
            </a:pPr>
            <a:r>
              <a:rPr lang="en-US" altLang="ko-KR" sz="1000"/>
              <a:t>                </a:t>
            </a:r>
            <a:r>
              <a:rPr lang="ko-KR" altLang="ko-KR" sz="1000"/>
              <a:t>com.somToday(this)</a:t>
            </a:r>
            <a:endParaRPr lang="en-US" altLang="ko-KR" sz="1000"/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</a:t>
            </a:r>
            <a:r>
              <a:rPr lang="en-US" altLang="ko-KR" sz="1000" b="1">
                <a:solidFill>
                  <a:srgbClr val="333333"/>
                </a:solidFill>
              </a:rPr>
              <a:t>- </a:t>
            </a:r>
            <a:r>
              <a:rPr lang="ko-KR" altLang="en-US" sz="1000" b="1">
                <a:solidFill>
                  <a:srgbClr val="333333"/>
                </a:solidFill>
              </a:rPr>
              <a:t>사용 방식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1. ExportExcelGrid 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   (Nexacro</a:t>
            </a:r>
            <a:r>
              <a:rPr lang="ko-KR" altLang="en-US" sz="1000">
                <a:solidFill>
                  <a:srgbClr val="333333"/>
                </a:solidFill>
              </a:rPr>
              <a:t> 내장 함수</a:t>
            </a:r>
            <a:r>
              <a:rPr lang="en-US" altLang="ko-KR" sz="1000">
                <a:solidFill>
                  <a:srgbClr val="333333"/>
                </a:solidFill>
              </a:rPr>
              <a:t>)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2. com. fnExportExcelGrid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   (</a:t>
            </a:r>
            <a:r>
              <a:rPr lang="ko-KR" altLang="en-US" sz="1000">
                <a:solidFill>
                  <a:srgbClr val="333333"/>
                </a:solidFill>
              </a:rPr>
              <a:t>공통 함수</a:t>
            </a:r>
            <a:r>
              <a:rPr lang="en-US" altLang="ko-KR" sz="1000">
                <a:solidFill>
                  <a:srgbClr val="333333"/>
                </a:solidFill>
              </a:rPr>
              <a:t>)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047818D8-298A-65E5-BADF-143A1429DB08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C355826-B0F5-040A-A163-0DCE67D27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96" y="2654309"/>
            <a:ext cx="6293483" cy="79784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6CF8B78-18BB-24B9-98E9-16081CA2D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96" y="4581268"/>
            <a:ext cx="6096159" cy="1464167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5367E68-4C3E-E3DF-A308-31FEB2D5AECB}"/>
              </a:ext>
            </a:extLst>
          </p:cNvPr>
          <p:cNvSpPr/>
          <p:nvPr/>
        </p:nvSpPr>
        <p:spPr>
          <a:xfrm>
            <a:off x="440109" y="1530340"/>
            <a:ext cx="6635116" cy="877296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80E1418-7B8A-A1EA-4FAA-148960215CB2}"/>
              </a:ext>
            </a:extLst>
          </p:cNvPr>
          <p:cNvSpPr/>
          <p:nvPr/>
        </p:nvSpPr>
        <p:spPr>
          <a:xfrm>
            <a:off x="432427" y="2545638"/>
            <a:ext cx="6635116" cy="3587061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B53B9C6-9E08-8418-71F5-7F31B6216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996" y="3511510"/>
            <a:ext cx="4991231" cy="1143030"/>
          </a:xfrm>
          <a:prstGeom prst="rect">
            <a:avLst/>
          </a:prstGeom>
        </p:spPr>
      </p:pic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71EF117-1757-8036-6F0F-4ADC2E29276C}"/>
              </a:ext>
            </a:extLst>
          </p:cNvPr>
          <p:cNvSpPr/>
          <p:nvPr/>
        </p:nvSpPr>
        <p:spPr>
          <a:xfrm>
            <a:off x="758912" y="1951087"/>
            <a:ext cx="4656978" cy="21924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9F4A65B-BCA4-8758-4E2F-FEE0FD96F8B8}"/>
              </a:ext>
            </a:extLst>
          </p:cNvPr>
          <p:cNvSpPr/>
          <p:nvPr/>
        </p:nvSpPr>
        <p:spPr>
          <a:xfrm>
            <a:off x="758912" y="3046851"/>
            <a:ext cx="6049567" cy="21924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4E2E63A-5FA8-5715-256F-803BD24701AF}"/>
              </a:ext>
            </a:extLst>
          </p:cNvPr>
          <p:cNvSpPr/>
          <p:nvPr/>
        </p:nvSpPr>
        <p:spPr>
          <a:xfrm>
            <a:off x="758912" y="3895001"/>
            <a:ext cx="6049567" cy="55047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16B7081-9A45-8BE0-A3B4-A5DC4F6590DB}"/>
              </a:ext>
            </a:extLst>
          </p:cNvPr>
          <p:cNvSpPr/>
          <p:nvPr/>
        </p:nvSpPr>
        <p:spPr>
          <a:xfrm>
            <a:off x="758912" y="4964759"/>
            <a:ext cx="6049567" cy="90464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9B670F6-A362-5583-F767-96017CF12082}"/>
              </a:ext>
            </a:extLst>
          </p:cNvPr>
          <p:cNvSpPr/>
          <p:nvPr/>
        </p:nvSpPr>
        <p:spPr>
          <a:xfrm>
            <a:off x="820598" y="1597978"/>
            <a:ext cx="1253378" cy="21924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6965A2E-2999-B5AB-34D6-E1940FC4159D}"/>
              </a:ext>
            </a:extLst>
          </p:cNvPr>
          <p:cNvSpPr/>
          <p:nvPr/>
        </p:nvSpPr>
        <p:spPr>
          <a:xfrm>
            <a:off x="820598" y="2688304"/>
            <a:ext cx="549436" cy="21924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6BC192-8BAE-4C89-93C4-F2590755C763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9F7E1F-05E9-9B9E-E77C-781D2F542646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2A5721-B45E-2CF7-06D2-ED6E394D769F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List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CC2A4746-7DC1-9B35-ABE8-7D74B6BF0722}"/>
              </a:ext>
            </a:extLst>
          </p:cNvPr>
          <p:cNvSpPr/>
          <p:nvPr/>
        </p:nvSpPr>
        <p:spPr>
          <a:xfrm>
            <a:off x="419904" y="127093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1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894406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9170-5960-24E0-D0ED-6A03D4EF1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4702D9D5-46A3-9969-CEE4-56B145CED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0417" y="1588245"/>
            <a:ext cx="2899049" cy="975918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903B90D-2473-CD4B-39D9-7E73CF0A4544}"/>
              </a:ext>
            </a:extLst>
          </p:cNvPr>
          <p:cNvSpPr/>
          <p:nvPr/>
        </p:nvSpPr>
        <p:spPr>
          <a:xfrm>
            <a:off x="440416" y="1528893"/>
            <a:ext cx="3123400" cy="1091917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9" name="그림 18" descr="텍스트, 폰트, 스크린샷, 라인이(가) 표시된 사진">
            <a:extLst>
              <a:ext uri="{FF2B5EF4-FFF2-40B4-BE49-F238E27FC236}">
                <a16:creationId xmlns:a16="http://schemas.microsoft.com/office/drawing/2014/main" id="{B3085E9B-3D2A-3B5B-D18D-1D431F6CF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41" y="2770779"/>
            <a:ext cx="3086564" cy="911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57ECA3-4CCA-C6DB-E9D5-5214D062FBCC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A8D1D56-3FA3-062C-A382-85D3B089A197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89295A79-C410-910C-5F2C-540048F2548B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A787FD-3624-23A8-2721-8B48BE59D162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C4C804-FB16-6502-D8F6-8BFB19A957B7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List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9A1B19-F413-DFFF-1035-2B138F2EEAB7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E0A1AFC-C6BC-D876-D939-27566B8F383F}"/>
              </a:ext>
            </a:extLst>
          </p:cNvPr>
          <p:cNvSpPr/>
          <p:nvPr/>
        </p:nvSpPr>
        <p:spPr>
          <a:xfrm>
            <a:off x="741892" y="1850652"/>
            <a:ext cx="2166496" cy="19763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5EFBAB-899C-6956-74C0-8EF6634BC1BF}"/>
              </a:ext>
            </a:extLst>
          </p:cNvPr>
          <p:cNvSpPr txBox="1"/>
          <p:nvPr/>
        </p:nvSpPr>
        <p:spPr>
          <a:xfrm>
            <a:off x="9509760" y="1018651"/>
            <a:ext cx="2521373" cy="276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공통 버튼 </a:t>
            </a:r>
            <a:r>
              <a:rPr lang="en-US" altLang="ko-KR" sz="1000" b="1" dirty="0">
                <a:solidFill>
                  <a:srgbClr val="333333"/>
                </a:solidFill>
              </a:rPr>
              <a:t>Enable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>
                <a:solidFill>
                  <a:srgbClr val="333333"/>
                </a:solidFill>
              </a:rPr>
              <a:t>공통 버튼 </a:t>
            </a:r>
            <a:r>
              <a:rPr lang="en-US" altLang="ko-KR" sz="1000" dirty="0">
                <a:solidFill>
                  <a:srgbClr val="333333"/>
                </a:solidFill>
              </a:rPr>
              <a:t>Enable </a:t>
            </a:r>
            <a:r>
              <a:rPr lang="ko-KR" altLang="en-US" sz="1000" dirty="0">
                <a:solidFill>
                  <a:srgbClr val="333333"/>
                </a:solidFill>
              </a:rPr>
              <a:t>처리 시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take</a:t>
            </a:r>
            <a:r>
              <a:rPr lang="en-US" altLang="ko-KR" sz="1000" dirty="0" err="1">
                <a:solidFill>
                  <a:srgbClr val="333333"/>
                </a:solidFill>
              </a:rPr>
              <a:t>.comBtnEnable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ko-KR" altLang="en-US" sz="1000">
                <a:solidFill>
                  <a:srgbClr val="333333"/>
                </a:solidFill>
              </a:rPr>
              <a:t>사용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- </a:t>
            </a:r>
            <a:r>
              <a:rPr lang="ko-KR" altLang="en-US" sz="1000" b="1">
                <a:solidFill>
                  <a:srgbClr val="333333"/>
                </a:solidFill>
              </a:rPr>
              <a:t>버튼 목록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1. </a:t>
            </a:r>
            <a:r>
              <a:rPr lang="ko-KR" altLang="en-US" sz="1000">
                <a:solidFill>
                  <a:srgbClr val="333333"/>
                </a:solidFill>
              </a:rPr>
              <a:t>조회</a:t>
            </a:r>
            <a:r>
              <a:rPr lang="en-US" altLang="ko-KR" sz="1000">
                <a:solidFill>
                  <a:srgbClr val="333333"/>
                </a:solidFill>
              </a:rPr>
              <a:t> - SEARCH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2. </a:t>
            </a:r>
            <a:r>
              <a:rPr lang="ko-KR" altLang="en-US" sz="1000">
                <a:solidFill>
                  <a:srgbClr val="333333"/>
                </a:solidFill>
              </a:rPr>
              <a:t>신규</a:t>
            </a:r>
            <a:r>
              <a:rPr lang="en-US" altLang="ko-KR" sz="1000">
                <a:solidFill>
                  <a:srgbClr val="333333"/>
                </a:solidFill>
              </a:rPr>
              <a:t> - ADD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3. </a:t>
            </a:r>
            <a:r>
              <a:rPr lang="ko-KR" altLang="en-US" sz="1000">
                <a:solidFill>
                  <a:srgbClr val="333333"/>
                </a:solidFill>
              </a:rPr>
              <a:t>삭제</a:t>
            </a:r>
            <a:r>
              <a:rPr lang="en-US" altLang="ko-KR" sz="1000">
                <a:solidFill>
                  <a:srgbClr val="333333"/>
                </a:solidFill>
              </a:rPr>
              <a:t> - DEL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4. </a:t>
            </a:r>
            <a:r>
              <a:rPr lang="ko-KR" altLang="en-US" sz="1000">
                <a:solidFill>
                  <a:srgbClr val="333333"/>
                </a:solidFill>
              </a:rPr>
              <a:t>저장</a:t>
            </a:r>
            <a:r>
              <a:rPr lang="en-US" altLang="ko-KR" sz="1000">
                <a:solidFill>
                  <a:srgbClr val="333333"/>
                </a:solidFill>
              </a:rPr>
              <a:t> - SAVE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5. </a:t>
            </a:r>
            <a:r>
              <a:rPr lang="ko-KR" altLang="en-US" sz="1000">
                <a:solidFill>
                  <a:srgbClr val="333333"/>
                </a:solidFill>
              </a:rPr>
              <a:t>결재</a:t>
            </a:r>
            <a:r>
              <a:rPr lang="en-US" altLang="ko-KR" sz="1000">
                <a:solidFill>
                  <a:srgbClr val="333333"/>
                </a:solidFill>
              </a:rPr>
              <a:t> - APPROVE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6. </a:t>
            </a:r>
            <a:r>
              <a:rPr lang="ko-KR" altLang="en-US" sz="1000">
                <a:solidFill>
                  <a:srgbClr val="333333"/>
                </a:solidFill>
              </a:rPr>
              <a:t>상세</a:t>
            </a:r>
            <a:r>
              <a:rPr lang="en-US" altLang="ko-KR" sz="1000">
                <a:solidFill>
                  <a:srgbClr val="333333"/>
                </a:solidFill>
              </a:rPr>
              <a:t> - DETAIL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7. </a:t>
            </a:r>
            <a:r>
              <a:rPr lang="ko-KR" altLang="en-US" sz="1000">
                <a:solidFill>
                  <a:srgbClr val="333333"/>
                </a:solidFill>
              </a:rPr>
              <a:t>출력</a:t>
            </a:r>
            <a:r>
              <a:rPr lang="en-US" altLang="ko-KR" sz="1000">
                <a:solidFill>
                  <a:srgbClr val="333333"/>
                </a:solidFill>
              </a:rPr>
              <a:t> - PRINT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8. </a:t>
            </a:r>
            <a:r>
              <a:rPr lang="ko-KR" altLang="en-US" sz="1000">
                <a:solidFill>
                  <a:srgbClr val="333333"/>
                </a:solidFill>
              </a:rPr>
              <a:t>엑셀</a:t>
            </a:r>
            <a:r>
              <a:rPr lang="en-US" altLang="ko-KR" sz="1000">
                <a:solidFill>
                  <a:srgbClr val="333333"/>
                </a:solidFill>
              </a:rPr>
              <a:t> - EXCEL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9. </a:t>
            </a:r>
            <a:r>
              <a:rPr lang="ko-KR" altLang="en-US" sz="1000">
                <a:solidFill>
                  <a:srgbClr val="333333"/>
                </a:solidFill>
              </a:rPr>
              <a:t>닫기</a:t>
            </a:r>
            <a:r>
              <a:rPr lang="en-US" altLang="ko-KR" sz="1000">
                <a:solidFill>
                  <a:srgbClr val="333333"/>
                </a:solidFill>
              </a:rPr>
              <a:t> - CLOSE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28DC375-2C9D-D041-C6F5-AF03EB922EA6}"/>
              </a:ext>
            </a:extLst>
          </p:cNvPr>
          <p:cNvSpPr/>
          <p:nvPr/>
        </p:nvSpPr>
        <p:spPr>
          <a:xfrm>
            <a:off x="440415" y="2711426"/>
            <a:ext cx="3140890" cy="1091917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0046E4D-A2C5-017A-7360-F8020D8E848E}"/>
              </a:ext>
            </a:extLst>
          </p:cNvPr>
          <p:cNvSpPr/>
          <p:nvPr/>
        </p:nvSpPr>
        <p:spPr>
          <a:xfrm>
            <a:off x="741892" y="2193165"/>
            <a:ext cx="2166496" cy="19763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BA8448A-00C4-66BA-C707-9D347077D01E}"/>
              </a:ext>
            </a:extLst>
          </p:cNvPr>
          <p:cNvSpPr/>
          <p:nvPr/>
        </p:nvSpPr>
        <p:spPr>
          <a:xfrm>
            <a:off x="741892" y="2962062"/>
            <a:ext cx="2597575" cy="19763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6A79899-69C6-A2D4-08B6-B0BE406EF25A}"/>
              </a:ext>
            </a:extLst>
          </p:cNvPr>
          <p:cNvSpPr/>
          <p:nvPr/>
        </p:nvSpPr>
        <p:spPr>
          <a:xfrm>
            <a:off x="741892" y="3311106"/>
            <a:ext cx="2597575" cy="19763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5216B1A1-2220-D7DE-4EAC-950534D4D2DC}"/>
              </a:ext>
            </a:extLst>
          </p:cNvPr>
          <p:cNvSpPr/>
          <p:nvPr/>
        </p:nvSpPr>
        <p:spPr>
          <a:xfrm>
            <a:off x="419904" y="127093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1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79554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08A66-39BE-2EBD-5F8A-5AD1C136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B4CB031F-CCD7-F580-F3F0-AAD08DBB7931}"/>
              </a:ext>
            </a:extLst>
          </p:cNvPr>
          <p:cNvGrpSpPr/>
          <p:nvPr/>
        </p:nvGrpSpPr>
        <p:grpSpPr>
          <a:xfrm>
            <a:off x="434971" y="1368870"/>
            <a:ext cx="8655826" cy="4773019"/>
            <a:chOff x="6567701" y="3052314"/>
            <a:chExt cx="6080123" cy="3352719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A0E5600-B8A5-CD44-A8A6-5F0C812CB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701" y="3052314"/>
              <a:ext cx="6080123" cy="3352719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F63BF90C-02C7-42E2-352C-CDBC471879AD}"/>
                </a:ext>
              </a:extLst>
            </p:cNvPr>
            <p:cNvSpPr/>
            <p:nvPr/>
          </p:nvSpPr>
          <p:spPr>
            <a:xfrm>
              <a:off x="6567701" y="3052314"/>
              <a:ext cx="6080123" cy="3352718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01CC21F-41ED-63F4-8C65-C5E57B8B97A0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5449B30-5BD8-2899-A502-58E4688B96CB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59703769-3E20-20F3-E5EF-51C01EA3DAD4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D68A03-AF8F-DB6B-D6FC-E621CCD711D9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E440BA-0FCA-6AE2-1D72-9A4960BBB702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List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C69F1B-E277-85BC-6785-26898DBDD579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FE404641-DBBE-433A-66FA-DE33D0686415}"/>
              </a:ext>
            </a:extLst>
          </p:cNvPr>
          <p:cNvSpPr/>
          <p:nvPr/>
        </p:nvSpPr>
        <p:spPr>
          <a:xfrm>
            <a:off x="453206" y="2449819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7B3C02B-8013-F452-BDAE-152C82400FC8}"/>
              </a:ext>
            </a:extLst>
          </p:cNvPr>
          <p:cNvSpPr/>
          <p:nvPr/>
        </p:nvSpPr>
        <p:spPr>
          <a:xfrm>
            <a:off x="453206" y="2704640"/>
            <a:ext cx="1548131" cy="19326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9C026EB-B6D5-4E55-7035-6ABC43B67120}"/>
              </a:ext>
            </a:extLst>
          </p:cNvPr>
          <p:cNvSpPr/>
          <p:nvPr/>
        </p:nvSpPr>
        <p:spPr>
          <a:xfrm>
            <a:off x="8539117" y="2983758"/>
            <a:ext cx="228599" cy="18700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 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FE055A70-0C18-D2E3-BFD1-51D484C2AD11}"/>
              </a:ext>
            </a:extLst>
          </p:cNvPr>
          <p:cNvSpPr/>
          <p:nvPr/>
        </p:nvSpPr>
        <p:spPr>
          <a:xfrm>
            <a:off x="8539116" y="2730280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8173347-E52E-F54E-23C7-4B02BDFC6813}"/>
              </a:ext>
            </a:extLst>
          </p:cNvPr>
          <p:cNvSpPr/>
          <p:nvPr/>
        </p:nvSpPr>
        <p:spPr>
          <a:xfrm>
            <a:off x="4530089" y="2411680"/>
            <a:ext cx="378000" cy="180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 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C342BB6C-1E29-CC1C-EC98-ED4E649BE8B1}"/>
              </a:ext>
            </a:extLst>
          </p:cNvPr>
          <p:cNvSpPr/>
          <p:nvPr/>
        </p:nvSpPr>
        <p:spPr>
          <a:xfrm>
            <a:off x="4534160" y="2154477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25184D3-C2DE-9517-1C44-BFA9F16652E9}"/>
              </a:ext>
            </a:extLst>
          </p:cNvPr>
          <p:cNvSpPr/>
          <p:nvPr/>
        </p:nvSpPr>
        <p:spPr>
          <a:xfrm>
            <a:off x="2760238" y="2746599"/>
            <a:ext cx="2446761" cy="159701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 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순서도: 연결자 8">
            <a:extLst>
              <a:ext uri="{FF2B5EF4-FFF2-40B4-BE49-F238E27FC236}">
                <a16:creationId xmlns:a16="http://schemas.microsoft.com/office/drawing/2014/main" id="{E11ED84B-F69B-8D07-6F75-4A0B18F3C65C}"/>
              </a:ext>
            </a:extLst>
          </p:cNvPr>
          <p:cNvSpPr/>
          <p:nvPr/>
        </p:nvSpPr>
        <p:spPr>
          <a:xfrm>
            <a:off x="2760238" y="2501680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612313D1-9334-43A7-440F-25C2F951541F}"/>
              </a:ext>
            </a:extLst>
          </p:cNvPr>
          <p:cNvSpPr/>
          <p:nvPr/>
        </p:nvSpPr>
        <p:spPr>
          <a:xfrm>
            <a:off x="4528430" y="4629521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5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CE41C3E-CEE6-A84D-E02E-C8BD6829C47C}"/>
              </a:ext>
            </a:extLst>
          </p:cNvPr>
          <p:cNvSpPr/>
          <p:nvPr/>
        </p:nvSpPr>
        <p:spPr>
          <a:xfrm>
            <a:off x="8184424" y="1565906"/>
            <a:ext cx="450000" cy="162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 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순서도: 연결자 25">
            <a:extLst>
              <a:ext uri="{FF2B5EF4-FFF2-40B4-BE49-F238E27FC236}">
                <a16:creationId xmlns:a16="http://schemas.microsoft.com/office/drawing/2014/main" id="{452ECDC8-855E-B4C5-24AC-937890C03636}"/>
              </a:ext>
            </a:extLst>
          </p:cNvPr>
          <p:cNvSpPr/>
          <p:nvPr/>
        </p:nvSpPr>
        <p:spPr>
          <a:xfrm>
            <a:off x="8180824" y="1306901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6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4555AF7-19F6-5EA0-6739-A67E57EF5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885" y="5513251"/>
            <a:ext cx="3970244" cy="410968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4B14E16-E05D-1281-BAB6-A4B018112376}"/>
              </a:ext>
            </a:extLst>
          </p:cNvPr>
          <p:cNvSpPr/>
          <p:nvPr/>
        </p:nvSpPr>
        <p:spPr>
          <a:xfrm>
            <a:off x="4963885" y="5504373"/>
            <a:ext cx="3970244" cy="41984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5506F2F6-E999-F216-4A61-91C7F3DF1169}"/>
              </a:ext>
            </a:extLst>
          </p:cNvPr>
          <p:cNvSpPr/>
          <p:nvPr/>
        </p:nvSpPr>
        <p:spPr>
          <a:xfrm>
            <a:off x="4963885" y="5246497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7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BB7EDF-A3F2-626F-BFCC-44A2F7EDB88B}"/>
              </a:ext>
            </a:extLst>
          </p:cNvPr>
          <p:cNvSpPr txBox="1"/>
          <p:nvPr/>
        </p:nvSpPr>
        <p:spPr>
          <a:xfrm>
            <a:off x="9509760" y="1018651"/>
            <a:ext cx="2521373" cy="257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메뉴 파라미터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en-US" sz="1000">
                <a:solidFill>
                  <a:srgbClr val="333333"/>
                </a:solidFill>
              </a:rPr>
              <a:t>등록 경로 </a:t>
            </a:r>
            <a:r>
              <a:rPr lang="en-US" altLang="ko-KR" sz="1000">
                <a:solidFill>
                  <a:srgbClr val="333333"/>
                </a:solidFill>
              </a:rPr>
              <a:t>: Admin &gt; </a:t>
            </a:r>
            <a:r>
              <a:rPr lang="ko-KR" altLang="en-US" sz="1000">
                <a:solidFill>
                  <a:srgbClr val="333333"/>
                </a:solidFill>
              </a:rPr>
              <a:t>프로젝트</a:t>
            </a:r>
            <a:r>
              <a:rPr lang="en-US" altLang="ko-KR" sz="1000">
                <a:solidFill>
                  <a:srgbClr val="333333"/>
                </a:solidFill>
              </a:rPr>
              <a:t> &gt; 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              </a:t>
            </a:r>
            <a:r>
              <a:rPr lang="ko-KR" altLang="en-US" sz="1000">
                <a:solidFill>
                  <a:srgbClr val="333333"/>
                </a:solidFill>
              </a:rPr>
              <a:t>메뉴관리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</a:t>
            </a:r>
            <a:r>
              <a:rPr lang="en-US" altLang="ko-KR" sz="1000" b="1">
                <a:solidFill>
                  <a:srgbClr val="333333"/>
                </a:solidFill>
              </a:rPr>
              <a:t>- </a:t>
            </a:r>
            <a:r>
              <a:rPr lang="ko-KR" altLang="en-US" sz="1000" b="1">
                <a:solidFill>
                  <a:srgbClr val="333333"/>
                </a:solidFill>
              </a:rPr>
              <a:t>등록 순서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1. </a:t>
            </a:r>
            <a:r>
              <a:rPr lang="ko-KR" altLang="en-US" sz="1000">
                <a:solidFill>
                  <a:srgbClr val="333333"/>
                </a:solidFill>
              </a:rPr>
              <a:t>파라미터를 추가할 메뉴 선택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2. </a:t>
            </a:r>
            <a:r>
              <a:rPr lang="ko-KR" altLang="en-US" sz="1000">
                <a:solidFill>
                  <a:srgbClr val="333333"/>
                </a:solidFill>
              </a:rPr>
              <a:t>추가 버튼 클릭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3.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ko-KR" altLang="en-US" sz="1000">
                <a:solidFill>
                  <a:srgbClr val="333333"/>
                </a:solidFill>
              </a:rPr>
              <a:t>추가 버튼 클릭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4. Key / Value </a:t>
            </a:r>
            <a:r>
              <a:rPr lang="ko-KR" altLang="en-US" sz="1000">
                <a:solidFill>
                  <a:srgbClr val="333333"/>
                </a:solidFill>
              </a:rPr>
              <a:t>입력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5. </a:t>
            </a:r>
            <a:r>
              <a:rPr lang="ko-KR" altLang="en-US" sz="1000">
                <a:solidFill>
                  <a:srgbClr val="333333"/>
                </a:solidFill>
              </a:rPr>
              <a:t>확인 버튼 클릭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6. </a:t>
            </a:r>
            <a:r>
              <a:rPr lang="ko-KR" altLang="en-US" sz="1000">
                <a:solidFill>
                  <a:srgbClr val="333333"/>
                </a:solidFill>
              </a:rPr>
              <a:t>저장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7. </a:t>
            </a:r>
            <a:r>
              <a:rPr lang="ko-KR" altLang="en-US" sz="1000">
                <a:solidFill>
                  <a:srgbClr val="333333"/>
                </a:solidFill>
              </a:rPr>
              <a:t>스크립트에서 파라미터 사용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    - this.UserParam.{Key}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1E3706D-0174-794C-A823-EA8A27889EB8}"/>
              </a:ext>
            </a:extLst>
          </p:cNvPr>
          <p:cNvSpPr/>
          <p:nvPr/>
        </p:nvSpPr>
        <p:spPr>
          <a:xfrm>
            <a:off x="4528430" y="4886724"/>
            <a:ext cx="378000" cy="180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 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805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24C68-462E-1810-90E8-8E018ADEE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70B639C6-8784-8C62-A3F8-257299A30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16" y="1472651"/>
            <a:ext cx="8884403" cy="25603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91BB74-8420-FA7F-AB15-79D0D893896A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07C7449-A39F-FC67-BA8B-9AD9DD3ED0EE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D00099-D26A-1C73-D5C8-967A18BC48F8}"/>
              </a:ext>
            </a:extLst>
          </p:cNvPr>
          <p:cNvSpPr txBox="1"/>
          <p:nvPr/>
        </p:nvSpPr>
        <p:spPr>
          <a:xfrm>
            <a:off x="9509760" y="1018651"/>
            <a:ext cx="2521373" cy="1803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공통 버튼 및 기능 버튼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Popup</a:t>
            </a:r>
            <a:r>
              <a:rPr lang="ko-KR" altLang="en-US" sz="1000">
                <a:solidFill>
                  <a:srgbClr val="333333"/>
                </a:solidFill>
              </a:rPr>
              <a:t> 내 공통 버튼 </a:t>
            </a:r>
            <a:r>
              <a:rPr lang="en-US" altLang="ko-KR" sz="1000">
                <a:solidFill>
                  <a:srgbClr val="333333"/>
                </a:solidFill>
              </a:rPr>
              <a:t>/ </a:t>
            </a:r>
            <a:r>
              <a:rPr lang="ko-KR" altLang="en-US" sz="1000">
                <a:solidFill>
                  <a:srgbClr val="333333"/>
                </a:solidFill>
              </a:rPr>
              <a:t>기능 버튼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>
                <a:solidFill>
                  <a:srgbClr val="333333"/>
                </a:solidFill>
              </a:rPr>
              <a:t>    전부 </a:t>
            </a:r>
            <a:r>
              <a:rPr lang="ko-KR" altLang="en-US" sz="1000" dirty="0">
                <a:solidFill>
                  <a:srgbClr val="333333"/>
                </a:solidFill>
              </a:rPr>
              <a:t>화면에 추가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</a:t>
            </a: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②</a:t>
            </a:r>
            <a:r>
              <a:rPr lang="en-US" altLang="ko-KR" sz="1000" b="1">
                <a:solidFill>
                  <a:srgbClr val="333333"/>
                </a:solidFill>
              </a:rPr>
              <a:t> </a:t>
            </a:r>
            <a:r>
              <a:rPr lang="ko-KR" altLang="en-US" sz="1000" b="1">
                <a:solidFill>
                  <a:srgbClr val="333333"/>
                </a:solidFill>
              </a:rPr>
              <a:t>공통 버튼 색상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en-US" sz="1000">
                <a:solidFill>
                  <a:srgbClr val="333333"/>
                </a:solidFill>
              </a:rPr>
              <a:t>파란색 배경 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③ 기능 버튼 색상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en-US" sz="1000">
                <a:solidFill>
                  <a:srgbClr val="333333"/>
                </a:solidFill>
              </a:rPr>
              <a:t>파란색 테두리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B21CD7BF-4E41-2E19-599F-C28375A00770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2FCD67-F61C-4FA0-ACE6-EE18706E0421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504626-153C-E626-FBD9-E90F3CB3040E}"/>
              </a:ext>
            </a:extLst>
          </p:cNvPr>
          <p:cNvSpPr txBox="1"/>
          <p:nvPr/>
        </p:nvSpPr>
        <p:spPr>
          <a:xfrm>
            <a:off x="434974" y="194187"/>
            <a:ext cx="273494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Detail(Popup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)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FF453-2443-8186-7C2B-7EAA2A64D10F}"/>
              </a:ext>
            </a:extLst>
          </p:cNvPr>
          <p:cNvSpPr txBox="1"/>
          <p:nvPr/>
        </p:nvSpPr>
        <p:spPr>
          <a:xfrm>
            <a:off x="313916" y="768314"/>
            <a:ext cx="6614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BF8401B-9627-F348-8C08-2B6DD3452918}"/>
              </a:ext>
            </a:extLst>
          </p:cNvPr>
          <p:cNvSpPr/>
          <p:nvPr/>
        </p:nvSpPr>
        <p:spPr>
          <a:xfrm>
            <a:off x="7568219" y="1956617"/>
            <a:ext cx="1314000" cy="180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BD2BC770-A468-EB0D-62A6-7022F2449D05}"/>
              </a:ext>
            </a:extLst>
          </p:cNvPr>
          <p:cNvSpPr/>
          <p:nvPr/>
        </p:nvSpPr>
        <p:spPr>
          <a:xfrm>
            <a:off x="7568219" y="170295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3379F9C-0181-B5ED-5DEC-A5F16639C73E}"/>
              </a:ext>
            </a:extLst>
          </p:cNvPr>
          <p:cNvSpPr/>
          <p:nvPr/>
        </p:nvSpPr>
        <p:spPr>
          <a:xfrm>
            <a:off x="313917" y="1472651"/>
            <a:ext cx="8884402" cy="2560319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BC1A143-403E-4ECD-55EF-462ED65CE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16" y="4110237"/>
            <a:ext cx="8884402" cy="1905168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689AF74-1D9B-C57B-D1FC-ABA8C47ECC50}"/>
              </a:ext>
            </a:extLst>
          </p:cNvPr>
          <p:cNvSpPr/>
          <p:nvPr/>
        </p:nvSpPr>
        <p:spPr>
          <a:xfrm>
            <a:off x="313916" y="4110237"/>
            <a:ext cx="8884402" cy="1905169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01A0D64-B195-FCE7-38D7-DF4FBF4E5C27}"/>
              </a:ext>
            </a:extLst>
          </p:cNvPr>
          <p:cNvSpPr/>
          <p:nvPr/>
        </p:nvSpPr>
        <p:spPr>
          <a:xfrm>
            <a:off x="5762625" y="4495693"/>
            <a:ext cx="420461" cy="21699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36B8D96-BA06-E4F8-C22C-CE67F0176340}"/>
              </a:ext>
            </a:extLst>
          </p:cNvPr>
          <p:cNvSpPr/>
          <p:nvPr/>
        </p:nvSpPr>
        <p:spPr>
          <a:xfrm>
            <a:off x="6184014" y="4495693"/>
            <a:ext cx="1222467" cy="21775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9" name="순서도: 연결자 28">
            <a:extLst>
              <a:ext uri="{FF2B5EF4-FFF2-40B4-BE49-F238E27FC236}">
                <a16:creationId xmlns:a16="http://schemas.microsoft.com/office/drawing/2014/main" id="{9A76C798-B5AA-8A85-00BB-029AAB51E920}"/>
              </a:ext>
            </a:extLst>
          </p:cNvPr>
          <p:cNvSpPr/>
          <p:nvPr/>
        </p:nvSpPr>
        <p:spPr>
          <a:xfrm>
            <a:off x="5762625" y="4244319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79FBAF25-EEFC-66AC-539E-96E49BC6C4E6}"/>
              </a:ext>
            </a:extLst>
          </p:cNvPr>
          <p:cNvSpPr/>
          <p:nvPr/>
        </p:nvSpPr>
        <p:spPr>
          <a:xfrm>
            <a:off x="6181633" y="4244319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46296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67C0E-FFAD-92CC-E99F-005CB1C44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5CF2D0EE-2884-AC1B-1CC3-4BE6E0E77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90" y="2975169"/>
            <a:ext cx="8683754" cy="1558055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357C863-3EAB-F98D-62C8-53EF0D4B811F}"/>
              </a:ext>
            </a:extLst>
          </p:cNvPr>
          <p:cNvSpPr/>
          <p:nvPr/>
        </p:nvSpPr>
        <p:spPr>
          <a:xfrm>
            <a:off x="357644" y="1435033"/>
            <a:ext cx="8803458" cy="1472306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B71F3EB-6222-5B37-4F12-5A1B31185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81" y="1452009"/>
            <a:ext cx="8692462" cy="1445532"/>
          </a:xfrm>
          <a:prstGeom prst="rect">
            <a:avLst/>
          </a:prstGeom>
        </p:spPr>
      </p:pic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E649B14-0BD2-B238-C2A7-3FC7E42381E3}"/>
              </a:ext>
            </a:extLst>
          </p:cNvPr>
          <p:cNvSpPr/>
          <p:nvPr/>
        </p:nvSpPr>
        <p:spPr>
          <a:xfrm>
            <a:off x="355301" y="2961853"/>
            <a:ext cx="8803458" cy="1594614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F6429A-F97A-B84A-1F26-AEA41B01709A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BA12938-EE04-3EC4-C47D-C4AC6F3C708B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B7CC7E-EE02-EC92-1FC4-387E77E34172}"/>
              </a:ext>
            </a:extLst>
          </p:cNvPr>
          <p:cNvSpPr txBox="1"/>
          <p:nvPr/>
        </p:nvSpPr>
        <p:spPr>
          <a:xfrm>
            <a:off x="9509760" y="1018651"/>
            <a:ext cx="2521373" cy="1611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Parent </a:t>
            </a:r>
            <a:r>
              <a:rPr lang="ko-KR" altLang="en-US" sz="1000" b="1">
                <a:solidFill>
                  <a:srgbClr val="333333"/>
                </a:solidFill>
              </a:rPr>
              <a:t>파라미터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Popup </a:t>
            </a:r>
            <a:r>
              <a:rPr lang="ko-KR" altLang="en-US" sz="1000" dirty="0">
                <a:solidFill>
                  <a:srgbClr val="333333"/>
                </a:solidFill>
              </a:rPr>
              <a:t>오픈 </a:t>
            </a:r>
            <a:r>
              <a:rPr lang="ko-KR" altLang="en-US" sz="1000">
                <a:solidFill>
                  <a:srgbClr val="333333"/>
                </a:solidFill>
              </a:rPr>
              <a:t>시 전달받은 파라미터        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체크 후 </a:t>
            </a:r>
            <a:r>
              <a:rPr lang="en-US" altLang="ko-KR" sz="1000">
                <a:solidFill>
                  <a:srgbClr val="333333"/>
                </a:solidFill>
              </a:rPr>
              <a:t>parent</a:t>
            </a:r>
            <a:r>
              <a:rPr lang="ko-KR" altLang="en-US" sz="1000">
                <a:solidFill>
                  <a:srgbClr val="333333"/>
                </a:solidFill>
              </a:rPr>
              <a:t> 추가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this.parent.</a:t>
            </a:r>
            <a:r>
              <a:rPr lang="ko-KR" altLang="en-US" sz="1000">
                <a:solidFill>
                  <a:srgbClr val="333333"/>
                </a:solidFill>
              </a:rPr>
              <a:t>파라미터명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② 전역변수 선언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전역변수로 선언 후 재사용 가능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AEFE0799-09E3-1BAF-2CA8-742B1274F563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5378D0-A27A-B2B3-FF6D-1D35D0AAE65D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0D2FDC-8E00-1146-B104-126646805019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696E39-4780-6766-611B-0C4DF42A7AFA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Detail(Popup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)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620F837-1A91-C7EB-6F9B-9FFA6234D236}"/>
              </a:ext>
            </a:extLst>
          </p:cNvPr>
          <p:cNvSpPr/>
          <p:nvPr/>
        </p:nvSpPr>
        <p:spPr>
          <a:xfrm>
            <a:off x="758538" y="2316840"/>
            <a:ext cx="5659680" cy="19049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0C11CC37-4F56-D5D9-73E7-EAB72CD0C2E2}"/>
              </a:ext>
            </a:extLst>
          </p:cNvPr>
          <p:cNvSpPr/>
          <p:nvPr/>
        </p:nvSpPr>
        <p:spPr>
          <a:xfrm>
            <a:off x="355301" y="4916438"/>
            <a:ext cx="8803458" cy="1339533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337CB22-B938-11A1-BD52-0CFB8CBC04FA}"/>
              </a:ext>
            </a:extLst>
          </p:cNvPr>
          <p:cNvSpPr/>
          <p:nvPr/>
        </p:nvSpPr>
        <p:spPr>
          <a:xfrm>
            <a:off x="3943351" y="3850555"/>
            <a:ext cx="1452562" cy="19049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6CA09186-0FDE-6DD3-820A-38B5501F7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37" y="4964980"/>
            <a:ext cx="3166812" cy="121297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42A366A3-4817-C709-A066-7EE6E8548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534" y="1658920"/>
            <a:ext cx="4284210" cy="287955"/>
          </a:xfrm>
          <a:prstGeom prst="rect">
            <a:avLst/>
          </a:prstGeom>
        </p:spPr>
      </p:pic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BE116E9-CC56-8041-6A63-F7898D719D11}"/>
              </a:ext>
            </a:extLst>
          </p:cNvPr>
          <p:cNvSpPr/>
          <p:nvPr/>
        </p:nvSpPr>
        <p:spPr>
          <a:xfrm>
            <a:off x="386483" y="5742717"/>
            <a:ext cx="1514696" cy="43523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6F6AE141-F83D-85DC-24BD-9E697268908A}"/>
              </a:ext>
            </a:extLst>
          </p:cNvPr>
          <p:cNvSpPr/>
          <p:nvPr/>
        </p:nvSpPr>
        <p:spPr>
          <a:xfrm>
            <a:off x="355301" y="1180700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C701CC3-C68F-2E96-0B95-1829A14229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5847" y="4972073"/>
            <a:ext cx="2890896" cy="94602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CCD2A4FA-B935-15CF-885B-43E9DD1C09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2819" y="5715198"/>
            <a:ext cx="4704934" cy="422037"/>
          </a:xfrm>
          <a:prstGeom prst="rect">
            <a:avLst/>
          </a:prstGeom>
        </p:spPr>
      </p:pic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B402627-2EEB-731C-46EA-0EB641B984E5}"/>
              </a:ext>
            </a:extLst>
          </p:cNvPr>
          <p:cNvSpPr/>
          <p:nvPr/>
        </p:nvSpPr>
        <p:spPr>
          <a:xfrm>
            <a:off x="7263072" y="5908967"/>
            <a:ext cx="1187450" cy="1908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2DE9B5D8-CCBA-8EA9-898F-98078E89140E}"/>
              </a:ext>
            </a:extLst>
          </p:cNvPr>
          <p:cNvSpPr/>
          <p:nvPr/>
        </p:nvSpPr>
        <p:spPr>
          <a:xfrm>
            <a:off x="3902819" y="5199080"/>
            <a:ext cx="2808165" cy="553441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C236ADF2-F7E6-F51B-D588-611088A96549}"/>
              </a:ext>
            </a:extLst>
          </p:cNvPr>
          <p:cNvSpPr/>
          <p:nvPr/>
        </p:nvSpPr>
        <p:spPr>
          <a:xfrm>
            <a:off x="355301" y="4654758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2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243841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F2431-06E0-ED77-E9A1-AECF631B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457EEE7-5670-ED6A-CA91-65BD851E3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596" y="1517681"/>
            <a:ext cx="3253833" cy="227925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0E95A15-B26F-4307-91B6-F2F0CBF0C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5" y="1518972"/>
            <a:ext cx="4518219" cy="46989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044454-D0DF-D638-F249-6EBF3ADFBA04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26E83F8-6FF4-FB72-8587-405B71BFCA21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E9F1AA-A783-26F6-C58F-EEEFE748DE4A}"/>
              </a:ext>
            </a:extLst>
          </p:cNvPr>
          <p:cNvSpPr txBox="1"/>
          <p:nvPr/>
        </p:nvSpPr>
        <p:spPr>
          <a:xfrm>
            <a:off x="9509760" y="1018651"/>
            <a:ext cx="2521373" cy="64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스크립트 영역 재배치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UXBooster </a:t>
            </a:r>
            <a:r>
              <a:rPr lang="ko-KR" altLang="en-US" sz="1000">
                <a:solidFill>
                  <a:srgbClr val="333333"/>
                </a:solidFill>
              </a:rPr>
              <a:t>개발 </a:t>
            </a:r>
            <a:r>
              <a:rPr lang="en-US" altLang="ko-KR" sz="1000">
                <a:solidFill>
                  <a:srgbClr val="333333"/>
                </a:solidFill>
              </a:rPr>
              <a:t>Form </a:t>
            </a:r>
            <a:r>
              <a:rPr lang="ko-KR" altLang="en-US" sz="1000">
                <a:solidFill>
                  <a:srgbClr val="333333"/>
                </a:solidFill>
              </a:rPr>
              <a:t>기준에 맞게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기존 함수 재배치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B0652CEB-6F00-5FA2-464D-ACB0CF27849D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6E9FA2-AD77-71A4-71AC-F8C019974570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95CA3B-97D1-C514-3157-39D303E083C6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ADE674-6C9E-8147-1872-BC0EC5D6CC16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스크립트 영역 구조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D375E70-BB20-37F2-4D99-6BE492B53418}"/>
              </a:ext>
            </a:extLst>
          </p:cNvPr>
          <p:cNvSpPr/>
          <p:nvPr/>
        </p:nvSpPr>
        <p:spPr>
          <a:xfrm>
            <a:off x="355302" y="1442998"/>
            <a:ext cx="8794142" cy="4809755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55581FD1-99B0-532B-84E8-36650AAF5AE4}"/>
              </a:ext>
            </a:extLst>
          </p:cNvPr>
          <p:cNvSpPr/>
          <p:nvPr/>
        </p:nvSpPr>
        <p:spPr>
          <a:xfrm>
            <a:off x="355302" y="1180700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84578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4A4-8C6E-4E50-BC83-017A6FE6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1ED30D7-AE76-D988-C159-9D269A445E9A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2103F0C-89D3-7B40-F1F7-6A2C1525F1DA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EF4B68-6364-5C85-07CC-0442BB11CF76}"/>
              </a:ext>
            </a:extLst>
          </p:cNvPr>
          <p:cNvSpPr txBox="1"/>
          <p:nvPr/>
        </p:nvSpPr>
        <p:spPr>
          <a:xfrm>
            <a:off x="9509760" y="1018651"/>
            <a:ext cx="2521373" cy="64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기본 정보 입력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화면명</a:t>
            </a:r>
            <a:r>
              <a:rPr lang="en-US" altLang="ko-KR" sz="1000">
                <a:solidFill>
                  <a:srgbClr val="333333"/>
                </a:solidFill>
              </a:rPr>
              <a:t>, Menu Path, File Name </a:t>
            </a:r>
            <a:r>
              <a:rPr lang="ko-KR" altLang="en-US" sz="1000">
                <a:solidFill>
                  <a:srgbClr val="333333"/>
                </a:solidFill>
              </a:rPr>
              <a:t>등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정보 입력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7CB18717-340C-9C75-2CB6-D6217521B9C5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744D9F-5568-6433-501A-2A45BC7EFB93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기본 정보 입력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FBB4B02-9123-88D9-DA61-47385779D036}"/>
              </a:ext>
            </a:extLst>
          </p:cNvPr>
          <p:cNvSpPr/>
          <p:nvPr/>
        </p:nvSpPr>
        <p:spPr>
          <a:xfrm>
            <a:off x="434975" y="1540386"/>
            <a:ext cx="3892139" cy="2560086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9949D2C-2F3F-7FFC-DFC0-F63F96591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400" y="1557803"/>
            <a:ext cx="3896908" cy="252525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60A6381-9419-91C0-557F-7526CD6BA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95" y="1575220"/>
            <a:ext cx="3800303" cy="2148606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B32ABF2-F170-E384-7127-009C1098C97F}"/>
              </a:ext>
            </a:extLst>
          </p:cNvPr>
          <p:cNvSpPr/>
          <p:nvPr/>
        </p:nvSpPr>
        <p:spPr>
          <a:xfrm>
            <a:off x="4451055" y="1540386"/>
            <a:ext cx="3892139" cy="2560086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BC6B3-0AA7-46C1-9A68-3F71B1A6C9B0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813D6C-76F7-95E9-CC62-4FAEA6A69E30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4563A698-E2B9-00FF-9058-3D3290FA77EB}"/>
              </a:ext>
            </a:extLst>
          </p:cNvPr>
          <p:cNvSpPr/>
          <p:nvPr/>
        </p:nvSpPr>
        <p:spPr>
          <a:xfrm>
            <a:off x="419904" y="127093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1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890849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52201-0892-E577-33BB-6929122F0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19D8D2E-4F87-68F3-5D3B-2F9737A74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59" y="1542752"/>
            <a:ext cx="4866096" cy="23148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E6A777-0AC0-9487-0D05-9C38F8E7EC18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34C58D2-BD1D-CF4A-4BA7-90950BA6EFEF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6B1539-EE60-A8C1-7AB5-226768CC8080}"/>
              </a:ext>
            </a:extLst>
          </p:cNvPr>
          <p:cNvSpPr txBox="1"/>
          <p:nvPr/>
        </p:nvSpPr>
        <p:spPr>
          <a:xfrm>
            <a:off x="9509760" y="1018651"/>
            <a:ext cx="2521373" cy="841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공통 </a:t>
            </a:r>
            <a:r>
              <a:rPr lang="en-US" altLang="ko-KR" sz="1000" b="1">
                <a:solidFill>
                  <a:srgbClr val="333333"/>
                </a:solidFill>
              </a:rPr>
              <a:t>js </a:t>
            </a:r>
            <a:r>
              <a:rPr lang="ko-KR" altLang="en-US" sz="1000" b="1">
                <a:solidFill>
                  <a:srgbClr val="333333"/>
                </a:solidFill>
              </a:rPr>
              <a:t>사용 방식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take.loadJs</a:t>
            </a:r>
            <a:r>
              <a:rPr lang="ko-KR" altLang="en-US" sz="1000">
                <a:solidFill>
                  <a:srgbClr val="333333"/>
                </a:solidFill>
              </a:rPr>
              <a:t>로 해당 </a:t>
            </a:r>
            <a:r>
              <a:rPr lang="en-US" altLang="ko-KR" sz="1000">
                <a:solidFill>
                  <a:srgbClr val="333333"/>
                </a:solidFill>
              </a:rPr>
              <a:t>js </a:t>
            </a:r>
            <a:r>
              <a:rPr lang="ko-KR" altLang="en-US" sz="1000">
                <a:solidFill>
                  <a:srgbClr val="333333"/>
                </a:solidFill>
              </a:rPr>
              <a:t>파일 로드 후    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함수 호출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예</a:t>
            </a:r>
            <a:r>
              <a:rPr lang="en-US" altLang="ko-KR" sz="1000">
                <a:solidFill>
                  <a:srgbClr val="333333"/>
                </a:solidFill>
              </a:rPr>
              <a:t>) ins.js, so.js …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7D1300A1-FCF9-1555-2C4A-026C2F75C658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2DE0E3-DCCF-71F3-72E6-5576F0542614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공통 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js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EB697A9-263D-9978-5E8D-75ADC64B0DFD}"/>
              </a:ext>
            </a:extLst>
          </p:cNvPr>
          <p:cNvSpPr/>
          <p:nvPr/>
        </p:nvSpPr>
        <p:spPr>
          <a:xfrm>
            <a:off x="1184367" y="2437302"/>
            <a:ext cx="2307770" cy="52251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DF6953D-EE9E-646F-5F3C-37CF987D3A73}"/>
              </a:ext>
            </a:extLst>
          </p:cNvPr>
          <p:cNvSpPr/>
          <p:nvPr/>
        </p:nvSpPr>
        <p:spPr>
          <a:xfrm>
            <a:off x="434974" y="1542752"/>
            <a:ext cx="8674191" cy="231487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5E18A-561A-5848-E77D-37615BB6D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91" y="4685880"/>
            <a:ext cx="7402741" cy="1443901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47173AB-518C-6DA2-335F-264C751F0299}"/>
              </a:ext>
            </a:extLst>
          </p:cNvPr>
          <p:cNvSpPr/>
          <p:nvPr/>
        </p:nvSpPr>
        <p:spPr>
          <a:xfrm>
            <a:off x="434973" y="4685879"/>
            <a:ext cx="8674191" cy="1461273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ABBFB73-588D-5D01-BA11-369533A8574D}"/>
              </a:ext>
            </a:extLst>
          </p:cNvPr>
          <p:cNvSpPr/>
          <p:nvPr/>
        </p:nvSpPr>
        <p:spPr>
          <a:xfrm>
            <a:off x="642294" y="5078954"/>
            <a:ext cx="2910803" cy="22408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D0308ED-9AB2-D131-303A-AC05C8766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38" y="4072121"/>
            <a:ext cx="3704887" cy="392684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FF9238D-60BB-33A5-9C13-43A584A846C1}"/>
              </a:ext>
            </a:extLst>
          </p:cNvPr>
          <p:cNvSpPr/>
          <p:nvPr/>
        </p:nvSpPr>
        <p:spPr>
          <a:xfrm>
            <a:off x="434972" y="3979286"/>
            <a:ext cx="8674191" cy="60501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BAEF523-0DFA-4DF0-4C81-4CB697491F47}"/>
              </a:ext>
            </a:extLst>
          </p:cNvPr>
          <p:cNvSpPr/>
          <p:nvPr/>
        </p:nvSpPr>
        <p:spPr>
          <a:xfrm>
            <a:off x="472258" y="4082437"/>
            <a:ext cx="3606174" cy="38236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BF6E8-8299-95B3-13BF-DE928BD8E328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9DC71-0D7B-7DE2-B243-99D5DA5C807D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7C037434-81FF-BAEB-C291-15AD50FD9ED5}"/>
              </a:ext>
            </a:extLst>
          </p:cNvPr>
          <p:cNvSpPr/>
          <p:nvPr/>
        </p:nvSpPr>
        <p:spPr>
          <a:xfrm>
            <a:off x="419904" y="127093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1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350166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2FD33-15F2-CBB3-0A53-9166AB0B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림 38">
            <a:extLst>
              <a:ext uri="{FF2B5EF4-FFF2-40B4-BE49-F238E27FC236}">
                <a16:creationId xmlns:a16="http://schemas.microsoft.com/office/drawing/2014/main" id="{A61BE7AE-44B8-7CF8-A181-46E02D734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24" y="3658939"/>
            <a:ext cx="4566718" cy="259302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2C270A3-0D68-57AD-8B8C-8AD08EA75F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88192" y="1523447"/>
            <a:ext cx="3163801" cy="1791404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3F087C2-526F-586F-FF60-369F0320469F}"/>
              </a:ext>
            </a:extLst>
          </p:cNvPr>
          <p:cNvSpPr/>
          <p:nvPr/>
        </p:nvSpPr>
        <p:spPr>
          <a:xfrm>
            <a:off x="4831389" y="1476892"/>
            <a:ext cx="4293660" cy="1872701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6DAAF78-1D76-D2C2-6C6E-8A760E6F9F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6510" y="1515399"/>
            <a:ext cx="4267383" cy="1791404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60CCE6A-CC77-35D7-ED77-5E852AA5CF0B}"/>
              </a:ext>
            </a:extLst>
          </p:cNvPr>
          <p:cNvSpPr/>
          <p:nvPr/>
        </p:nvSpPr>
        <p:spPr>
          <a:xfrm>
            <a:off x="469224" y="1476893"/>
            <a:ext cx="4114171" cy="1872701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83E2DA-AAD1-04B6-FFA5-0C770400D787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A65FE43-77BC-A792-D6C8-C22D0012FE10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A583D3D6-F91E-96F5-D9E6-3DD407A42333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0D0B56-CBE4-97ED-69FC-FF08B4E71BF7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4) Form onload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C9F9E1D9-B9A3-3928-42B6-D8DF0A7F7481}"/>
              </a:ext>
            </a:extLst>
          </p:cNvPr>
          <p:cNvSpPr/>
          <p:nvPr/>
        </p:nvSpPr>
        <p:spPr>
          <a:xfrm>
            <a:off x="456141" y="1216118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AB1AE4CD-C8B1-4278-E3B8-D92ABA2F5F64}"/>
              </a:ext>
            </a:extLst>
          </p:cNvPr>
          <p:cNvSpPr/>
          <p:nvPr/>
        </p:nvSpPr>
        <p:spPr>
          <a:xfrm>
            <a:off x="457269" y="3398548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8813ECE-193C-050C-7B78-B9777CC75574}"/>
              </a:ext>
            </a:extLst>
          </p:cNvPr>
          <p:cNvSpPr/>
          <p:nvPr/>
        </p:nvSpPr>
        <p:spPr>
          <a:xfrm>
            <a:off x="709454" y="2578717"/>
            <a:ext cx="966366" cy="144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B4EFE93-8D54-3DB4-BF48-A16AED100FE4}"/>
              </a:ext>
            </a:extLst>
          </p:cNvPr>
          <p:cNvSpPr/>
          <p:nvPr/>
        </p:nvSpPr>
        <p:spPr>
          <a:xfrm>
            <a:off x="5035942" y="2523004"/>
            <a:ext cx="380367" cy="144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8716D-B74A-828E-E419-36BC9E54983A}"/>
              </a:ext>
            </a:extLst>
          </p:cNvPr>
          <p:cNvSpPr txBox="1"/>
          <p:nvPr/>
        </p:nvSpPr>
        <p:spPr>
          <a:xfrm>
            <a:off x="9509760" y="1018651"/>
            <a:ext cx="2521373" cy="1418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 err="1">
                <a:solidFill>
                  <a:srgbClr val="333333"/>
                </a:solidFill>
              </a:rPr>
              <a:t>take</a:t>
            </a:r>
            <a:r>
              <a:rPr lang="en-US" altLang="ko-KR" sz="1000" b="1" err="1">
                <a:solidFill>
                  <a:srgbClr val="333333"/>
                </a:solidFill>
              </a:rPr>
              <a:t>.</a:t>
            </a:r>
            <a:r>
              <a:rPr lang="en-US" altLang="ko-KR" sz="1000" b="1">
                <a:solidFill>
                  <a:srgbClr val="333333"/>
                </a:solidFill>
              </a:rPr>
              <a:t>formOnLoad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- </a:t>
            </a:r>
            <a:r>
              <a:rPr lang="en-US" altLang="ko-KR" sz="1000">
                <a:solidFill>
                  <a:srgbClr val="333333"/>
                </a:solidFill>
              </a:rPr>
              <a:t>Form_onload </a:t>
            </a:r>
            <a:r>
              <a:rPr lang="ko-KR" altLang="en-US" sz="1000">
                <a:solidFill>
                  <a:srgbClr val="333333"/>
                </a:solidFill>
              </a:rPr>
              <a:t>이벤트에 등록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  <a:r>
              <a:rPr lang="ko-KR" altLang="en-US" sz="1000" b="1">
                <a:solidFill>
                  <a:srgbClr val="333333"/>
                </a:solidFill>
              </a:rPr>
              <a:t>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f</a:t>
            </a:r>
            <a:r>
              <a:rPr lang="ko-KR" altLang="ko-KR" sz="1000"/>
              <a:t>orm_</a:t>
            </a:r>
            <a:r>
              <a:rPr lang="en-US" altLang="ko-KR" sz="1000"/>
              <a:t>O</a:t>
            </a:r>
            <a:r>
              <a:rPr lang="ko-KR" altLang="ko-KR" sz="1000"/>
              <a:t>n</a:t>
            </a:r>
            <a:r>
              <a:rPr lang="en-US" altLang="ko-KR" sz="1000"/>
              <a:t>L</a:t>
            </a:r>
            <a:r>
              <a:rPr lang="ko-KR" altLang="ko-KR" sz="1000"/>
              <a:t>oadCompleted</a:t>
            </a:r>
            <a:r>
              <a:rPr lang="en-US" altLang="ko-KR" sz="1000"/>
              <a:t> </a:t>
            </a:r>
            <a:r>
              <a:rPr lang="ko-KR" altLang="en-US" sz="1000">
                <a:solidFill>
                  <a:srgbClr val="333333"/>
                </a:solidFill>
              </a:rPr>
              <a:t>→</a:t>
            </a:r>
            <a:endParaRPr lang="en-US" altLang="ko-KR" sz="1000"/>
          </a:p>
          <a:p>
            <a:pPr marL="144000">
              <a:lnSpc>
                <a:spcPts val="1500"/>
              </a:lnSpc>
            </a:pPr>
            <a:r>
              <a:rPr lang="en-US" altLang="ko-KR" sz="1000"/>
              <a:t>    fnInit</a:t>
            </a:r>
            <a:r>
              <a:rPr lang="ko-KR" altLang="en-US" sz="1000"/>
              <a:t>으로 변경</a:t>
            </a:r>
            <a:r>
              <a:rPr lang="en-US" altLang="ko-KR" sz="1000"/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② </a:t>
            </a:r>
            <a:r>
              <a:rPr lang="ko-KR" altLang="ko-KR" sz="1000" b="1"/>
              <a:t>Form onload</a:t>
            </a:r>
            <a:r>
              <a:rPr lang="en-US" altLang="ko-KR" sz="1000" b="1"/>
              <a:t> </a:t>
            </a:r>
            <a:r>
              <a:rPr lang="ko-KR" altLang="en-US" sz="1000" b="1"/>
              <a:t>이벤트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Form_onload</a:t>
            </a:r>
            <a:r>
              <a:rPr lang="ko-KR" altLang="en-US" sz="1000">
                <a:solidFill>
                  <a:srgbClr val="333333"/>
                </a:solidFill>
              </a:rPr>
              <a:t>로 변경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78A1245-7446-AF8C-9E1C-721DA6FD5290}"/>
              </a:ext>
            </a:extLst>
          </p:cNvPr>
          <p:cNvSpPr/>
          <p:nvPr/>
        </p:nvSpPr>
        <p:spPr>
          <a:xfrm>
            <a:off x="469224" y="3655114"/>
            <a:ext cx="4566718" cy="259685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8AEBEA9-365A-1903-98A2-D164975711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5269" y="5062633"/>
            <a:ext cx="5621346" cy="195808"/>
          </a:xfrm>
          <a:prstGeom prst="rect">
            <a:avLst/>
          </a:prstGeom>
          <a:ln>
            <a:noFill/>
          </a:ln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1BC77C9-2FC0-C340-F676-495687E49F6D}"/>
              </a:ext>
            </a:extLst>
          </p:cNvPr>
          <p:cNvSpPr/>
          <p:nvPr/>
        </p:nvSpPr>
        <p:spPr>
          <a:xfrm>
            <a:off x="2225269" y="5062633"/>
            <a:ext cx="5621346" cy="195808"/>
          </a:xfrm>
          <a:prstGeom prst="roundRect">
            <a:avLst>
              <a:gd name="adj" fmla="val 0"/>
            </a:avLst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47755BC-11D6-2846-FA69-ACFEF283779A}"/>
              </a:ext>
            </a:extLst>
          </p:cNvPr>
          <p:cNvSpPr/>
          <p:nvPr/>
        </p:nvSpPr>
        <p:spPr>
          <a:xfrm>
            <a:off x="2225269" y="5057749"/>
            <a:ext cx="5621346" cy="20069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751226D-9FE7-943E-51C2-5F53B8EC09FD}"/>
              </a:ext>
            </a:extLst>
          </p:cNvPr>
          <p:cNvSpPr/>
          <p:nvPr/>
        </p:nvSpPr>
        <p:spPr>
          <a:xfrm>
            <a:off x="4864377" y="1515400"/>
            <a:ext cx="3028988" cy="92515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24A26B-9D52-CE3D-235D-8EAB34B91CF4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F1D431-2D2C-404D-DFBB-68D86BF92130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1704545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61F12-D047-B17B-3316-810CB4545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B4584ED-88EE-23AC-1F9D-F07E901755DB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1B1F08D-F359-203F-35B4-E3F8A8D52FAE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517B918D-1E41-72FD-C2FA-D4AD9DF75466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1592E2-8846-8774-4A4A-5B9F053F9921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전역변수 위치 이동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978E8F-A477-0931-AA5B-807B8B9D0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01" y="1608848"/>
            <a:ext cx="8653508" cy="110547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8F643B7-E3DA-5505-9666-F11E8DEF5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01" y="2726630"/>
            <a:ext cx="3953427" cy="1124107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C578FF9-9FFA-B1D8-8399-AE251BA84EB8}"/>
              </a:ext>
            </a:extLst>
          </p:cNvPr>
          <p:cNvSpPr/>
          <p:nvPr/>
        </p:nvSpPr>
        <p:spPr>
          <a:xfrm>
            <a:off x="366170" y="1542744"/>
            <a:ext cx="8803458" cy="235108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FD9E54D-35B3-0ACA-5263-6181D1509EB6}"/>
              </a:ext>
            </a:extLst>
          </p:cNvPr>
          <p:cNvSpPr/>
          <p:nvPr/>
        </p:nvSpPr>
        <p:spPr>
          <a:xfrm>
            <a:off x="426082" y="1843587"/>
            <a:ext cx="1385117" cy="32593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46C14F2-7040-56D5-7BE1-052099F0088D}"/>
              </a:ext>
            </a:extLst>
          </p:cNvPr>
          <p:cNvSpPr/>
          <p:nvPr/>
        </p:nvSpPr>
        <p:spPr>
          <a:xfrm>
            <a:off x="426081" y="2868704"/>
            <a:ext cx="3953427" cy="900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221D7E-FF66-41FA-51FD-D8AE9FAF7356}"/>
              </a:ext>
            </a:extLst>
          </p:cNvPr>
          <p:cNvSpPr txBox="1"/>
          <p:nvPr/>
        </p:nvSpPr>
        <p:spPr>
          <a:xfrm>
            <a:off x="9509760" y="1018651"/>
            <a:ext cx="2521373" cy="64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전역변수 위치 이동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UXBooster </a:t>
            </a:r>
            <a:r>
              <a:rPr lang="ko-KR" altLang="en-US" sz="1000">
                <a:solidFill>
                  <a:srgbClr val="333333"/>
                </a:solidFill>
              </a:rPr>
              <a:t>개발 </a:t>
            </a:r>
            <a:r>
              <a:rPr lang="en-US" altLang="ko-KR" sz="1000">
                <a:solidFill>
                  <a:srgbClr val="333333"/>
                </a:solidFill>
              </a:rPr>
              <a:t>Form </a:t>
            </a:r>
            <a:r>
              <a:rPr lang="ko-KR" altLang="en-US" sz="1000">
                <a:solidFill>
                  <a:srgbClr val="333333"/>
                </a:solidFill>
              </a:rPr>
              <a:t>기준에 맞게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Form </a:t>
            </a:r>
            <a:r>
              <a:rPr lang="ko-KR" altLang="en-US" sz="1000">
                <a:solidFill>
                  <a:srgbClr val="333333"/>
                </a:solidFill>
              </a:rPr>
              <a:t>변수 선언 영역으로 이동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01D35F-C9A3-A37B-5ECC-B749B7FC761C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CE43A2-E556-370A-7795-30690D80178D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A70DD19A-1B5E-F7B6-204A-A555C1B8A855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40502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1F10B-0E7E-C466-81D4-6BFE55FF9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3940A60A-8095-9E4C-3308-14EC0F83A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74" y="1626797"/>
            <a:ext cx="3896569" cy="3400757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08A6BF0C-5080-A662-902B-B72D66F50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498" y="2114805"/>
            <a:ext cx="4264955" cy="2381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6A88D8-2AC5-06B1-2842-44203428F5E1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D298C85-B88C-BAFB-0861-1A7F09011DE5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F5C787-C679-05CB-EBF2-C751B4301AE3}"/>
              </a:ext>
            </a:extLst>
          </p:cNvPr>
          <p:cNvSpPr txBox="1"/>
          <p:nvPr/>
        </p:nvSpPr>
        <p:spPr>
          <a:xfrm>
            <a:off x="9509760" y="1018651"/>
            <a:ext cx="2521373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권한별 버튼</a:t>
            </a:r>
            <a:r>
              <a:rPr lang="en-US" altLang="ko-KR" sz="1000" b="1">
                <a:solidFill>
                  <a:srgbClr val="333333"/>
                </a:solidFill>
              </a:rPr>
              <a:t> </a:t>
            </a:r>
            <a:r>
              <a:rPr lang="ko-KR" altLang="en-US" sz="1000" b="1">
                <a:solidFill>
                  <a:srgbClr val="333333"/>
                </a:solidFill>
              </a:rPr>
              <a:t>설정 함수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주석 처리하되 삭제 금지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20F7A3FD-55E6-9224-0541-90F538E63601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D20E4E-CDB1-67B5-6CE9-BFE4E5E7AA27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6)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권한별 버튼 설정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F987A3B-F707-4A2E-3B35-F912FBCDF5E0}"/>
              </a:ext>
            </a:extLst>
          </p:cNvPr>
          <p:cNvSpPr/>
          <p:nvPr/>
        </p:nvSpPr>
        <p:spPr>
          <a:xfrm>
            <a:off x="366170" y="1542744"/>
            <a:ext cx="8803458" cy="348180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C16AF8A-76EC-DAB2-1108-EF87BE0BE3D2}"/>
              </a:ext>
            </a:extLst>
          </p:cNvPr>
          <p:cNvSpPr/>
          <p:nvPr/>
        </p:nvSpPr>
        <p:spPr>
          <a:xfrm>
            <a:off x="567237" y="2004516"/>
            <a:ext cx="1529625" cy="25455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9332AD-7EC2-0DCE-3ED0-55CEE94E9D01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B0A90C-E574-EA27-9C53-73AC69AA5AE3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5A6BA3F-1E9F-67F6-B637-0442CC0280A4}"/>
              </a:ext>
            </a:extLst>
          </p:cNvPr>
          <p:cNvSpPr/>
          <p:nvPr/>
        </p:nvSpPr>
        <p:spPr>
          <a:xfrm>
            <a:off x="4502175" y="2069831"/>
            <a:ext cx="4467654" cy="242619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1" name="순서도: 연결자 30">
            <a:extLst>
              <a:ext uri="{FF2B5EF4-FFF2-40B4-BE49-F238E27FC236}">
                <a16:creationId xmlns:a16="http://schemas.microsoft.com/office/drawing/2014/main" id="{25D2C649-CECF-9235-CA58-AF92BCD97F11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23564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B9190-7E9B-E415-23ED-27AB7831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F2B1470A-4502-1BA6-AD7A-5535F2B1F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58" y="1577881"/>
            <a:ext cx="4981201" cy="45118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36581D-0AB2-17D6-7593-0CD98D481233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7E25E5C-AA9C-BF0F-8C9F-F371442C0322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0657E9-91EE-37A1-91D9-49EC5207B42F}"/>
              </a:ext>
            </a:extLst>
          </p:cNvPr>
          <p:cNvSpPr txBox="1"/>
          <p:nvPr/>
        </p:nvSpPr>
        <p:spPr>
          <a:xfrm>
            <a:off x="9509760" y="1018651"/>
            <a:ext cx="2521373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사용자 정보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gdsUserInfo </a:t>
            </a:r>
            <a:r>
              <a:rPr lang="ko-KR" altLang="en-US" sz="1000">
                <a:solidFill>
                  <a:srgbClr val="333333"/>
                </a:solidFill>
              </a:rPr>
              <a:t>사용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221080FA-3F16-8C3A-368A-43EA9CCA5228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915DF5-9394-1909-43EC-86C8BD0D6753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7)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8BCA195-F31E-C87F-37E5-A4C5B607F2A0}"/>
              </a:ext>
            </a:extLst>
          </p:cNvPr>
          <p:cNvSpPr/>
          <p:nvPr/>
        </p:nvSpPr>
        <p:spPr>
          <a:xfrm>
            <a:off x="366170" y="1542744"/>
            <a:ext cx="8803458" cy="461989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9ACF96B-208E-EAAD-E9D7-3361D16F37C4}"/>
              </a:ext>
            </a:extLst>
          </p:cNvPr>
          <p:cNvSpPr/>
          <p:nvPr/>
        </p:nvSpPr>
        <p:spPr>
          <a:xfrm>
            <a:off x="647518" y="2091902"/>
            <a:ext cx="4116071" cy="42487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3FE88E2-C8A6-A3E9-27BD-2E3A55ABD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208" y="2091902"/>
            <a:ext cx="4209750" cy="424874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8300E6A-8671-2F4B-8232-D94FB44DB9A6}"/>
              </a:ext>
            </a:extLst>
          </p:cNvPr>
          <p:cNvSpPr/>
          <p:nvPr/>
        </p:nvSpPr>
        <p:spPr>
          <a:xfrm>
            <a:off x="4808208" y="2091902"/>
            <a:ext cx="4209750" cy="42487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2A4FBF-3867-40D5-59E9-B581B693E6EE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3069B0-1843-3AF6-EFDF-94B6B4BBCC87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C491FC6D-7498-3029-CE59-E9CA8160DE43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2000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00493-A7AB-8601-0E9D-6AC25F9D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AC39D130-D8AC-18EE-0549-04EC84B26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58" y="1577881"/>
            <a:ext cx="4981201" cy="45118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672F08-CD2D-0D1C-EB97-2C2263A4A8DE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BBBDBA2-CBFB-3F9C-C93C-2BD6EFE52DC6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EFAFA5-CDB8-FB0D-5AA4-A867D8BA427B}"/>
              </a:ext>
            </a:extLst>
          </p:cNvPr>
          <p:cNvSpPr txBox="1"/>
          <p:nvPr/>
        </p:nvSpPr>
        <p:spPr>
          <a:xfrm>
            <a:off x="9509760" y="1018651"/>
            <a:ext cx="2521373" cy="841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사용자 정의 속성 </a:t>
            </a:r>
            <a:r>
              <a:rPr lang="en-US" altLang="ko-KR" sz="1000" b="1">
                <a:solidFill>
                  <a:srgbClr val="333333"/>
                </a:solidFill>
              </a:rPr>
              <a:t>(User Properties)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en-US" sz="1000">
                <a:solidFill>
                  <a:srgbClr val="333333"/>
                </a:solidFill>
              </a:rPr>
              <a:t>스크립트 내 </a:t>
            </a:r>
            <a:r>
              <a:rPr lang="en-US" altLang="ko-KR" sz="1000">
                <a:solidFill>
                  <a:srgbClr val="333333"/>
                </a:solidFill>
              </a:rPr>
              <a:t>User Properties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사용 시 해당 컴포넌트에 속성 값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</a:t>
            </a:r>
            <a:r>
              <a:rPr lang="ko-KR" altLang="en-US" sz="1000">
                <a:solidFill>
                  <a:srgbClr val="333333"/>
                </a:solidFill>
              </a:rPr>
              <a:t> 확인 후</a:t>
            </a:r>
            <a:r>
              <a:rPr lang="en-US" altLang="ko-KR" sz="1000">
                <a:solidFill>
                  <a:srgbClr val="333333"/>
                </a:solidFill>
              </a:rPr>
              <a:t> </a:t>
            </a:r>
            <a:r>
              <a:rPr lang="ko-KR" altLang="en-US" sz="1000">
                <a:solidFill>
                  <a:srgbClr val="333333"/>
                </a:solidFill>
              </a:rPr>
              <a:t>누락 시 추가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542A5658-D54B-4A59-1D81-9BFD141947EE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0E36BF-1D4F-1AA4-6CC6-4DD8AF3AE150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8)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정의 속성 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(User Properties)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E9C21AC-8C99-BFC9-48A8-EC97C4DB6DBA}"/>
              </a:ext>
            </a:extLst>
          </p:cNvPr>
          <p:cNvSpPr/>
          <p:nvPr/>
        </p:nvSpPr>
        <p:spPr>
          <a:xfrm>
            <a:off x="647519" y="2614424"/>
            <a:ext cx="2461442" cy="14619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D4053AC-FFBF-C262-E1F9-4AF132696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964" y="2870704"/>
            <a:ext cx="4209751" cy="1910031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01EE968-F2B3-D0B9-D53F-BCE258CBE334}"/>
              </a:ext>
            </a:extLst>
          </p:cNvPr>
          <p:cNvSpPr/>
          <p:nvPr/>
        </p:nvSpPr>
        <p:spPr>
          <a:xfrm>
            <a:off x="4481964" y="2870703"/>
            <a:ext cx="4209750" cy="1910031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6460003-5DEC-F408-BECE-25809B030573}"/>
              </a:ext>
            </a:extLst>
          </p:cNvPr>
          <p:cNvSpPr/>
          <p:nvPr/>
        </p:nvSpPr>
        <p:spPr>
          <a:xfrm>
            <a:off x="4481961" y="4190123"/>
            <a:ext cx="4209751" cy="26899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AB349A7-2158-6A47-E169-2FFAD6336EA7}"/>
              </a:ext>
            </a:extLst>
          </p:cNvPr>
          <p:cNvSpPr/>
          <p:nvPr/>
        </p:nvSpPr>
        <p:spPr>
          <a:xfrm>
            <a:off x="2498090" y="4625834"/>
            <a:ext cx="1568813" cy="14619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F4DE0A-C16A-66DD-2EC2-FFE3741DABA1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AC9B46-DAFF-7E42-3C79-3B9A2D4A4B6F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1D6685E-CAA6-8448-7ADB-CE8AA0081ABD}"/>
              </a:ext>
            </a:extLst>
          </p:cNvPr>
          <p:cNvSpPr/>
          <p:nvPr/>
        </p:nvSpPr>
        <p:spPr>
          <a:xfrm>
            <a:off x="366170" y="1542744"/>
            <a:ext cx="8803458" cy="461989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E09DFC61-6D3F-C04F-0E34-340F357A04DF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94845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16094-DC52-340C-0E5C-C9166374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AE09035-32A3-92DE-E7FE-FAA442EC9BBE}"/>
              </a:ext>
            </a:extLst>
          </p:cNvPr>
          <p:cNvSpPr/>
          <p:nvPr/>
        </p:nvSpPr>
        <p:spPr>
          <a:xfrm>
            <a:off x="434970" y="1444922"/>
            <a:ext cx="8655827" cy="1168878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06CED681-9623-4062-C757-C85CEBF30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68" y="4240670"/>
            <a:ext cx="4480338" cy="20099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D1B177-3417-8B2D-E6CB-CE84A482478F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A4A758A-2BE4-B99C-A8B2-92E7A012D0F8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C158B8-80F8-2568-6014-377ED91F4E8A}"/>
              </a:ext>
            </a:extLst>
          </p:cNvPr>
          <p:cNvSpPr txBox="1"/>
          <p:nvPr/>
        </p:nvSpPr>
        <p:spPr>
          <a:xfrm>
            <a:off x="9509760" y="1018651"/>
            <a:ext cx="2521373" cy="314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async/await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en-US" sz="1000">
                <a:solidFill>
                  <a:srgbClr val="333333"/>
                </a:solidFill>
              </a:rPr>
              <a:t>공통 함수 사용 시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1. </a:t>
            </a:r>
            <a:r>
              <a:rPr lang="ko-KR" altLang="en-US" sz="1000">
                <a:solidFill>
                  <a:srgbClr val="333333"/>
                </a:solidFill>
              </a:rPr>
              <a:t>해당 </a:t>
            </a:r>
            <a:r>
              <a:rPr lang="en-US" altLang="ko-KR" sz="1000">
                <a:solidFill>
                  <a:srgbClr val="333333"/>
                </a:solidFill>
              </a:rPr>
              <a:t>js</a:t>
            </a:r>
            <a:r>
              <a:rPr lang="ko-KR" altLang="en-US" sz="1000">
                <a:solidFill>
                  <a:srgbClr val="333333"/>
                </a:solidFill>
              </a:rPr>
              <a:t> 파일에서 사용할 함수의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   async </a:t>
            </a:r>
            <a:r>
              <a:rPr lang="ko-KR" altLang="en-US" sz="1000">
                <a:solidFill>
                  <a:srgbClr val="333333"/>
                </a:solidFill>
              </a:rPr>
              <a:t>선언 여부 확인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2. async </a:t>
            </a:r>
            <a:r>
              <a:rPr lang="ko-KR" altLang="en-US" sz="1000">
                <a:solidFill>
                  <a:srgbClr val="333333"/>
                </a:solidFill>
              </a:rPr>
              <a:t>함수 호출 이후 실행될 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   </a:t>
            </a:r>
            <a:r>
              <a:rPr lang="ko-KR" altLang="en-US" sz="1000">
                <a:solidFill>
                  <a:srgbClr val="333333"/>
                </a:solidFill>
              </a:rPr>
              <a:t>로직이 있는 경우 </a:t>
            </a:r>
            <a:r>
              <a:rPr lang="en-US" altLang="ko-KR" sz="1000">
                <a:solidFill>
                  <a:srgbClr val="333333"/>
                </a:solidFill>
              </a:rPr>
              <a:t>await </a:t>
            </a:r>
            <a:r>
              <a:rPr lang="ko-KR" altLang="en-US" sz="1000">
                <a:solidFill>
                  <a:srgbClr val="333333"/>
                </a:solidFill>
              </a:rPr>
              <a:t>추가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</a:t>
            </a:r>
            <a:r>
              <a:rPr lang="en-US" altLang="ko-KR" sz="1000" b="1">
                <a:solidFill>
                  <a:srgbClr val="333333"/>
                </a:solidFill>
              </a:rPr>
              <a:t>- </a:t>
            </a:r>
            <a:r>
              <a:rPr lang="ko-KR" altLang="en-US" sz="1000" b="1">
                <a:solidFill>
                  <a:srgbClr val="333333"/>
                </a:solidFill>
              </a:rPr>
              <a:t>사용 방식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1. </a:t>
            </a:r>
            <a:r>
              <a:rPr lang="ko-KR" altLang="en-US" sz="1000">
                <a:solidFill>
                  <a:srgbClr val="333333"/>
                </a:solidFill>
              </a:rPr>
              <a:t>일반 함수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  async function </a:t>
            </a:r>
            <a:r>
              <a:rPr lang="ko-KR" altLang="en-US" sz="1000">
                <a:solidFill>
                  <a:srgbClr val="333333"/>
                </a:solidFill>
              </a:rPr>
              <a:t>함수명</a:t>
            </a:r>
            <a:r>
              <a:rPr lang="en-US" altLang="ko-KR" sz="1000">
                <a:solidFill>
                  <a:srgbClr val="333333"/>
                </a:solidFill>
              </a:rPr>
              <a:t>() {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     …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  }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2. </a:t>
            </a:r>
            <a:r>
              <a:rPr lang="ko-KR" altLang="en-US" sz="1000">
                <a:solidFill>
                  <a:srgbClr val="333333"/>
                </a:solidFill>
              </a:rPr>
              <a:t>즉시 실행 함수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  (async () =&gt; {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     …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  }).call(this);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9A857CE9-A87F-E653-3868-2BFEE8C238DB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4C47EC-31A6-D5C1-E734-3E5BB6C2D66F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9) async/await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00931C4-361F-59E3-DE99-B5262F4C9B24}"/>
              </a:ext>
            </a:extLst>
          </p:cNvPr>
          <p:cNvGrpSpPr/>
          <p:nvPr/>
        </p:nvGrpSpPr>
        <p:grpSpPr>
          <a:xfrm>
            <a:off x="429116" y="2652663"/>
            <a:ext cx="8655827" cy="1480103"/>
            <a:chOff x="6567700" y="3037910"/>
            <a:chExt cx="6080124" cy="103967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40F2AC0-D585-2FE8-C402-12D4E6E455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8004" y="3037910"/>
              <a:ext cx="4125974" cy="1026065"/>
            </a:xfrm>
            <a:prstGeom prst="rect">
              <a:avLst/>
            </a:prstGeom>
          </p:spPr>
        </p:pic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B7CE20B-CD65-9A2C-EDC8-17A10F5E253E}"/>
                </a:ext>
              </a:extLst>
            </p:cNvPr>
            <p:cNvSpPr/>
            <p:nvPr/>
          </p:nvSpPr>
          <p:spPr>
            <a:xfrm>
              <a:off x="6567700" y="3052313"/>
              <a:ext cx="6080124" cy="1025268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890E339-1175-FE94-2D02-20B37140CA1C}"/>
              </a:ext>
            </a:extLst>
          </p:cNvPr>
          <p:cNvSpPr/>
          <p:nvPr/>
        </p:nvSpPr>
        <p:spPr>
          <a:xfrm>
            <a:off x="648333" y="2952471"/>
            <a:ext cx="967107" cy="181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D08DD47-8D6D-4088-549E-34906F8163CE}"/>
              </a:ext>
            </a:extLst>
          </p:cNvPr>
          <p:cNvSpPr/>
          <p:nvPr/>
        </p:nvSpPr>
        <p:spPr>
          <a:xfrm>
            <a:off x="648333" y="3799514"/>
            <a:ext cx="967107" cy="181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9D75506-92E1-F85F-773B-F5F135489D71}"/>
              </a:ext>
            </a:extLst>
          </p:cNvPr>
          <p:cNvSpPr/>
          <p:nvPr/>
        </p:nvSpPr>
        <p:spPr>
          <a:xfrm>
            <a:off x="1021713" y="3128954"/>
            <a:ext cx="380367" cy="13100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375FD35-2AFD-BDBB-CCA0-0CFE30AD6644}"/>
              </a:ext>
            </a:extLst>
          </p:cNvPr>
          <p:cNvSpPr/>
          <p:nvPr/>
        </p:nvSpPr>
        <p:spPr>
          <a:xfrm>
            <a:off x="814388" y="4600289"/>
            <a:ext cx="1247775" cy="13100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0424B11-77EC-AEDC-D9E4-FFD3B93A3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468" y="4212502"/>
            <a:ext cx="4273913" cy="2093617"/>
          </a:xfrm>
          <a:prstGeom prst="rect">
            <a:avLst/>
          </a:prstGeom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8C78011-2F6D-CFF2-9A7F-05B73A94DB50}"/>
              </a:ext>
            </a:extLst>
          </p:cNvPr>
          <p:cNvSpPr/>
          <p:nvPr/>
        </p:nvSpPr>
        <p:spPr>
          <a:xfrm>
            <a:off x="5252595" y="4705251"/>
            <a:ext cx="316549" cy="13100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F1016C6-3468-D7D3-2C90-8963947FF961}"/>
              </a:ext>
            </a:extLst>
          </p:cNvPr>
          <p:cNvSpPr/>
          <p:nvPr/>
        </p:nvSpPr>
        <p:spPr>
          <a:xfrm>
            <a:off x="5259262" y="5310768"/>
            <a:ext cx="316549" cy="13100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509F9E1-288A-C8F6-3D64-EBFEE4F7A224}"/>
              </a:ext>
            </a:extLst>
          </p:cNvPr>
          <p:cNvSpPr/>
          <p:nvPr/>
        </p:nvSpPr>
        <p:spPr>
          <a:xfrm>
            <a:off x="5488815" y="4225453"/>
            <a:ext cx="316549" cy="13100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B5A667-D7EA-EC70-CA75-EE4941D98812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1B30F1-C1E8-9F9F-D600-F5F0A3F5A5A2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2482D0-EED1-AFFF-665C-D734A752BE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486" y="1461065"/>
            <a:ext cx="5326815" cy="1125060"/>
          </a:xfrm>
          <a:prstGeom prst="rect">
            <a:avLst/>
          </a:prstGeom>
        </p:spPr>
      </p:pic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A1B057DA-2B57-5B90-B1CA-11B8F0F0F619}"/>
              </a:ext>
            </a:extLst>
          </p:cNvPr>
          <p:cNvSpPr/>
          <p:nvPr/>
        </p:nvSpPr>
        <p:spPr>
          <a:xfrm>
            <a:off x="431406" y="1184328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49FDBCC-457A-AC36-1598-51F3C35B2D3B}"/>
              </a:ext>
            </a:extLst>
          </p:cNvPr>
          <p:cNvSpPr/>
          <p:nvPr/>
        </p:nvSpPr>
        <p:spPr>
          <a:xfrm>
            <a:off x="434973" y="4196755"/>
            <a:ext cx="8649970" cy="2053907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787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9A993-6018-5D08-CAEA-25BD93F8C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7E0DED49-71DB-BE09-4AF5-C27426DAD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50" y="1607330"/>
            <a:ext cx="8692462" cy="144553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B9742DC-8D37-3A8B-3B59-DCF3ACFF3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59" y="3311915"/>
            <a:ext cx="8683754" cy="15580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6589C9-4D2F-CB49-3E7C-0DBC7CD786D4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7292551-FC7A-A6EF-326C-563840F31495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AF24E1-264E-55AF-0B7A-4B7DC52A1602}"/>
              </a:ext>
            </a:extLst>
          </p:cNvPr>
          <p:cNvSpPr txBox="1"/>
          <p:nvPr/>
        </p:nvSpPr>
        <p:spPr>
          <a:xfrm>
            <a:off x="9509760" y="1018651"/>
            <a:ext cx="2521373" cy="1611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Transaction </a:t>
            </a:r>
            <a:r>
              <a:rPr lang="ko-KR" altLang="en-US" sz="1000" b="1">
                <a:solidFill>
                  <a:srgbClr val="333333"/>
                </a:solidFill>
              </a:rPr>
              <a:t>호출 수정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param</a:t>
            </a:r>
            <a:r>
              <a:rPr lang="ko-KR" altLang="en-US" sz="1000">
                <a:solidFill>
                  <a:srgbClr val="333333"/>
                </a:solidFill>
              </a:rPr>
              <a:t>에서 </a:t>
            </a:r>
            <a:r>
              <a:rPr lang="en-US" altLang="ko-KR" sz="1000">
                <a:solidFill>
                  <a:srgbClr val="333333"/>
                </a:solidFill>
              </a:rPr>
              <a:t>functionGubun </a:t>
            </a:r>
            <a:r>
              <a:rPr lang="ko-KR" altLang="en-US" sz="1000">
                <a:solidFill>
                  <a:srgbClr val="333333"/>
                </a:solidFill>
              </a:rPr>
              <a:t>제거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(functionGubun</a:t>
            </a:r>
            <a:r>
              <a:rPr lang="ko-KR" altLang="en-US" sz="1000">
                <a:solidFill>
                  <a:srgbClr val="333333"/>
                </a:solidFill>
              </a:rPr>
              <a:t> → </a:t>
            </a:r>
            <a:r>
              <a:rPr lang="en-US" altLang="ko-KR" sz="1000">
                <a:solidFill>
                  <a:srgbClr val="333333"/>
                </a:solidFill>
              </a:rPr>
              <a:t>URL</a:t>
            </a:r>
            <a:r>
              <a:rPr lang="ko-KR" altLang="en-US" sz="1000">
                <a:solidFill>
                  <a:srgbClr val="333333"/>
                </a:solidFill>
              </a:rPr>
              <a:t>로 대체</a:t>
            </a:r>
            <a:r>
              <a:rPr lang="en-US" altLang="ko-KR" sz="1000">
                <a:solidFill>
                  <a:srgbClr val="333333"/>
                </a:solidFill>
              </a:rPr>
              <a:t>)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</a:t>
            </a:r>
            <a:r>
              <a:rPr lang="en-US" altLang="ko-KR" sz="1000" b="1">
                <a:solidFill>
                  <a:srgbClr val="333333"/>
                </a:solidFill>
              </a:rPr>
              <a:t>- URL </a:t>
            </a:r>
            <a:r>
              <a:rPr lang="ko-KR" altLang="en-US" sz="1000" b="1">
                <a:solidFill>
                  <a:srgbClr val="333333"/>
                </a:solidFill>
              </a:rPr>
              <a:t>형식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1. Servlet</a:t>
            </a:r>
            <a:r>
              <a:rPr lang="ko-KR" altLang="en-US" sz="1000">
                <a:solidFill>
                  <a:srgbClr val="333333"/>
                </a:solidFill>
              </a:rPr>
              <a:t> 제거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2. </a:t>
            </a:r>
            <a:r>
              <a:rPr lang="ko-KR" altLang="en-US" sz="1000">
                <a:solidFill>
                  <a:srgbClr val="333333"/>
                </a:solidFill>
              </a:rPr>
              <a:t>첫 글자</a:t>
            </a:r>
            <a:r>
              <a:rPr lang="en-US" altLang="ko-KR" sz="1000">
                <a:solidFill>
                  <a:srgbClr val="333333"/>
                </a:solidFill>
              </a:rPr>
              <a:t> </a:t>
            </a:r>
            <a:r>
              <a:rPr lang="ko-KR" altLang="en-US" sz="1000">
                <a:solidFill>
                  <a:srgbClr val="333333"/>
                </a:solidFill>
              </a:rPr>
              <a:t>소문자 카멜케이스 변경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3. /functionGubun</a:t>
            </a:r>
            <a:r>
              <a:rPr lang="ko-KR" altLang="en-US" sz="1000">
                <a:solidFill>
                  <a:srgbClr val="333333"/>
                </a:solidFill>
              </a:rPr>
              <a:t>값</a:t>
            </a:r>
            <a:r>
              <a:rPr lang="en-US" altLang="ko-KR" sz="1000">
                <a:solidFill>
                  <a:srgbClr val="333333"/>
                </a:solidFill>
              </a:rPr>
              <a:t>.do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2F4A3D77-0126-88A5-AAD0-25EF5C95F0AC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F5A54C-FBBA-B0EE-A66F-6EE181BD8921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10) Transaction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호출 수정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D67F070-1C96-6349-040C-2384ECD003B3}"/>
              </a:ext>
            </a:extLst>
          </p:cNvPr>
          <p:cNvSpPr/>
          <p:nvPr/>
        </p:nvSpPr>
        <p:spPr>
          <a:xfrm>
            <a:off x="368513" y="1538764"/>
            <a:ext cx="8803458" cy="1618616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7F0579E-E5C7-2F48-13AC-AACA430A763C}"/>
              </a:ext>
            </a:extLst>
          </p:cNvPr>
          <p:cNvSpPr/>
          <p:nvPr/>
        </p:nvSpPr>
        <p:spPr>
          <a:xfrm>
            <a:off x="366170" y="3240707"/>
            <a:ext cx="8803458" cy="1687634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2B394EF-09BB-2827-F6E4-F9BED6A25C8E}"/>
              </a:ext>
            </a:extLst>
          </p:cNvPr>
          <p:cNvSpPr/>
          <p:nvPr/>
        </p:nvSpPr>
        <p:spPr>
          <a:xfrm>
            <a:off x="568218" y="2367447"/>
            <a:ext cx="8527594" cy="42507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5778AB35-822A-13FD-7C36-1A6256537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403" y="1828755"/>
            <a:ext cx="4284210" cy="287955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FD0BD65-6072-4746-AA60-6D572CD478FB}"/>
              </a:ext>
            </a:extLst>
          </p:cNvPr>
          <p:cNvSpPr/>
          <p:nvPr/>
        </p:nvSpPr>
        <p:spPr>
          <a:xfrm>
            <a:off x="984326" y="4204641"/>
            <a:ext cx="5897606" cy="34035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F5AD66-F4C7-8DB4-8654-241761A5E1D7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DA92DE-555C-D3E0-59CB-4655F88BE5CB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DBC5946C-7FFB-4A03-C348-BBA889A546CE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03271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0DD03-5AC1-9B0D-D72D-A773CA5F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DA80020-ADE7-C666-0E06-CADAB81A1623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1CEF780-AF07-C75D-BCA5-D9CBFC359FD2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EA13D7-AD91-DAB4-DD7A-4AB7AC871316}"/>
              </a:ext>
            </a:extLst>
          </p:cNvPr>
          <p:cNvSpPr txBox="1"/>
          <p:nvPr/>
        </p:nvSpPr>
        <p:spPr>
          <a:xfrm>
            <a:off x="9509760" y="1018651"/>
            <a:ext cx="2521373" cy="1418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pThis </a:t>
            </a:r>
            <a:r>
              <a:rPr lang="ko-KR" altLang="en-US" sz="1000" b="1">
                <a:solidFill>
                  <a:srgbClr val="333333"/>
                </a:solidFill>
              </a:rPr>
              <a:t>수정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this</a:t>
            </a:r>
            <a:r>
              <a:rPr lang="ko-KR" altLang="en-US" sz="1000">
                <a:solidFill>
                  <a:srgbClr val="333333"/>
                </a:solidFill>
              </a:rPr>
              <a:t>로 수정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② </a:t>
            </a:r>
            <a:r>
              <a:rPr lang="en-US" altLang="ko-KR" sz="1000" b="1">
                <a:solidFill>
                  <a:srgbClr val="333333"/>
                </a:solidFill>
              </a:rPr>
              <a:t>this </a:t>
            </a:r>
            <a:r>
              <a:rPr lang="ko-KR" altLang="en-US" sz="1000" b="1">
                <a:solidFill>
                  <a:srgbClr val="333333"/>
                </a:solidFill>
              </a:rPr>
              <a:t>누락 변수 추가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en-US" sz="1000">
                <a:solidFill>
                  <a:srgbClr val="333333"/>
                </a:solidFill>
              </a:rPr>
              <a:t>스크립트 내 </a:t>
            </a:r>
            <a:r>
              <a:rPr lang="en-US" altLang="ko-KR" sz="1000">
                <a:solidFill>
                  <a:srgbClr val="333333"/>
                </a:solidFill>
              </a:rPr>
              <a:t>this</a:t>
            </a:r>
            <a:r>
              <a:rPr lang="ko-KR" altLang="en-US" sz="1000">
                <a:solidFill>
                  <a:srgbClr val="333333"/>
                </a:solidFill>
              </a:rPr>
              <a:t> 누락 시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>
                <a:solidFill>
                  <a:srgbClr val="333333"/>
                </a:solidFill>
              </a:rPr>
              <a:t>    글로벌 변수로 동작하므로 추가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this.</a:t>
            </a:r>
            <a:r>
              <a:rPr lang="ko-KR" altLang="en-US" sz="1000">
                <a:solidFill>
                  <a:srgbClr val="333333"/>
                </a:solidFill>
              </a:rPr>
              <a:t>변수명</a:t>
            </a:r>
            <a:endParaRPr lang="en-US" altLang="ko-KR" sz="100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9FD52344-DA18-208A-A5BC-B447C2299DCD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EDDEC3-58A7-83F4-7884-48F878B2AEAD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11) pThis/this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337D2F-9891-D511-7EA9-1C329F53F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628" y="5596385"/>
            <a:ext cx="3989007" cy="358562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B81D9FA-8E19-DA21-4D18-EE3D1693A1A2}"/>
              </a:ext>
            </a:extLst>
          </p:cNvPr>
          <p:cNvSpPr/>
          <p:nvPr/>
        </p:nvSpPr>
        <p:spPr>
          <a:xfrm>
            <a:off x="366169" y="5457555"/>
            <a:ext cx="8803458" cy="654036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200DE493-EC09-A162-841F-BDF143BD9EDA}"/>
              </a:ext>
            </a:extLst>
          </p:cNvPr>
          <p:cNvSpPr/>
          <p:nvPr/>
        </p:nvSpPr>
        <p:spPr>
          <a:xfrm>
            <a:off x="366170" y="520423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1C96065-F3D9-A41B-8D5D-D7597494A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43635" y="5596385"/>
            <a:ext cx="3975906" cy="357385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DA3FD3F-E2E5-2782-CD1C-4E240FE89CDD}"/>
              </a:ext>
            </a:extLst>
          </p:cNvPr>
          <p:cNvSpPr/>
          <p:nvPr/>
        </p:nvSpPr>
        <p:spPr>
          <a:xfrm>
            <a:off x="461223" y="5749201"/>
            <a:ext cx="948478" cy="20017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2727A291-8844-B9BA-EBA2-D5FF9063F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59" y="3310873"/>
            <a:ext cx="8683754" cy="1558055"/>
          </a:xfrm>
          <a:prstGeom prst="rect">
            <a:avLst/>
          </a:prstGeom>
        </p:spPr>
      </p:pic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26F9A52-1E94-1064-7160-AEDEB36F28E1}"/>
              </a:ext>
            </a:extLst>
          </p:cNvPr>
          <p:cNvSpPr/>
          <p:nvPr/>
        </p:nvSpPr>
        <p:spPr>
          <a:xfrm>
            <a:off x="368513" y="1539466"/>
            <a:ext cx="8803458" cy="1616871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0BB74783-444C-C89D-3E71-56E464F3B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350" y="1606288"/>
            <a:ext cx="8692462" cy="1445532"/>
          </a:xfrm>
          <a:prstGeom prst="rect">
            <a:avLst/>
          </a:prstGeom>
        </p:spPr>
      </p:pic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49F7F6F-CF8A-8965-C3B9-F62C350DB545}"/>
              </a:ext>
            </a:extLst>
          </p:cNvPr>
          <p:cNvSpPr/>
          <p:nvPr/>
        </p:nvSpPr>
        <p:spPr>
          <a:xfrm>
            <a:off x="366170" y="3239665"/>
            <a:ext cx="8803458" cy="1687634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F253345B-A3F9-5E60-7D29-B2DA11BF9D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1403" y="1827713"/>
            <a:ext cx="4284210" cy="287955"/>
          </a:xfrm>
          <a:prstGeom prst="rect">
            <a:avLst/>
          </a:prstGeom>
        </p:spPr>
      </p:pic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AA9D5E0-EDEB-624B-07F1-DDBD91DC0AF0}"/>
              </a:ext>
            </a:extLst>
          </p:cNvPr>
          <p:cNvSpPr/>
          <p:nvPr/>
        </p:nvSpPr>
        <p:spPr>
          <a:xfrm>
            <a:off x="1987715" y="4319360"/>
            <a:ext cx="232954" cy="19049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4763BB7D-36D3-57A9-924D-95C0E690244D}"/>
              </a:ext>
            </a:extLst>
          </p:cNvPr>
          <p:cNvSpPr/>
          <p:nvPr/>
        </p:nvSpPr>
        <p:spPr>
          <a:xfrm>
            <a:off x="1773811" y="2615959"/>
            <a:ext cx="275408" cy="19049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6FC934C-AB1B-1ECE-8978-C92368649AFC}"/>
              </a:ext>
            </a:extLst>
          </p:cNvPr>
          <p:cNvSpPr/>
          <p:nvPr/>
        </p:nvSpPr>
        <p:spPr>
          <a:xfrm>
            <a:off x="4450230" y="5749201"/>
            <a:ext cx="1283820" cy="20017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09443-EAD5-2682-BA62-E91766B48E40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A024DF-0EE2-BE77-5FC2-74CC6EEE4BE1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9" name="순서도: 연결자 8">
            <a:extLst>
              <a:ext uri="{FF2B5EF4-FFF2-40B4-BE49-F238E27FC236}">
                <a16:creationId xmlns:a16="http://schemas.microsoft.com/office/drawing/2014/main" id="{8EF1A59C-5DEB-6005-B6FE-24FAF22B0E66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86562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730A-8840-125C-5925-7084C26E6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46A6F0E7-A6D5-C466-0034-EA34D88A35A4}"/>
              </a:ext>
            </a:extLst>
          </p:cNvPr>
          <p:cNvGrpSpPr/>
          <p:nvPr/>
        </p:nvGrpSpPr>
        <p:grpSpPr>
          <a:xfrm>
            <a:off x="366170" y="1532156"/>
            <a:ext cx="8671343" cy="619686"/>
            <a:chOff x="6563587" y="3042381"/>
            <a:chExt cx="6091024" cy="43528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89B56FC-B782-1849-FB3E-A6E4AA6AF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72" b="82617"/>
            <a:stretch>
              <a:fillRect/>
            </a:stretch>
          </p:blipFill>
          <p:spPr>
            <a:xfrm>
              <a:off x="6563587" y="3042381"/>
              <a:ext cx="5762552" cy="348678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8AF8966D-9EE2-E892-D73D-04C676D02B25}"/>
                </a:ext>
              </a:extLst>
            </p:cNvPr>
            <p:cNvSpPr/>
            <p:nvPr/>
          </p:nvSpPr>
          <p:spPr>
            <a:xfrm>
              <a:off x="6567699" y="3052314"/>
              <a:ext cx="6086912" cy="425354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816DC67-4C0D-8B8C-D78E-9B134B8E56D7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1DB053A-A43B-EC55-F594-FB9CDAFC4E05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E971A2-1E09-3892-E45C-6554134B08F6}"/>
              </a:ext>
            </a:extLst>
          </p:cNvPr>
          <p:cNvSpPr txBox="1"/>
          <p:nvPr/>
        </p:nvSpPr>
        <p:spPr>
          <a:xfrm>
            <a:off x="9509760" y="1018651"/>
            <a:ext cx="2521373" cy="1418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com.fnMessageOpenForm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</a:t>
            </a:r>
            <a:r>
              <a:rPr lang="en-US" altLang="ko-KR" sz="1000">
                <a:solidFill>
                  <a:srgbClr val="333333"/>
                </a:solidFill>
              </a:rPr>
              <a:t> - Message Code :</a:t>
            </a:r>
            <a:r>
              <a:rPr lang="ko-KR" altLang="en-US" sz="1000">
                <a:solidFill>
                  <a:srgbClr val="333333"/>
                </a:solidFill>
              </a:rPr>
              <a:t> </a:t>
            </a:r>
            <a:r>
              <a:rPr lang="en-US" altLang="ko-KR" sz="1000">
                <a:solidFill>
                  <a:srgbClr val="333333"/>
                </a:solidFill>
              </a:rPr>
              <a:t>“</a:t>
            </a:r>
            <a:r>
              <a:rPr lang="ko-KR" altLang="en-US" sz="1000">
                <a:solidFill>
                  <a:srgbClr val="333333"/>
                </a:solidFill>
              </a:rPr>
              <a:t> 추가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Message</a:t>
            </a:r>
            <a:r>
              <a:rPr lang="ko-KR" altLang="en-US" sz="1000">
                <a:solidFill>
                  <a:srgbClr val="333333"/>
                </a:solidFill>
              </a:rPr>
              <a:t> 내용 수정 </a:t>
            </a:r>
            <a:r>
              <a:rPr lang="en-US" altLang="ko-KR" sz="1000">
                <a:solidFill>
                  <a:srgbClr val="333333"/>
                </a:solidFill>
              </a:rPr>
              <a:t>: @ </a:t>
            </a:r>
            <a:r>
              <a:rPr lang="ko-KR" altLang="en-US" sz="1000">
                <a:solidFill>
                  <a:srgbClr val="333333"/>
                </a:solidFill>
              </a:rPr>
              <a:t>제거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② </a:t>
            </a:r>
            <a:r>
              <a:rPr lang="en-US" altLang="ko-KR" sz="1000" b="1">
                <a:solidFill>
                  <a:srgbClr val="333333"/>
                </a:solidFill>
              </a:rPr>
              <a:t>com.replace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- 2</a:t>
            </a:r>
            <a:r>
              <a:rPr lang="ko-KR" altLang="en-US" sz="1000" dirty="0">
                <a:solidFill>
                  <a:srgbClr val="333333"/>
                </a:solidFill>
              </a:rPr>
              <a:t>개 </a:t>
            </a:r>
            <a:r>
              <a:rPr lang="ko-KR" altLang="en-US" sz="1000">
                <a:solidFill>
                  <a:srgbClr val="333333"/>
                </a:solidFill>
              </a:rPr>
              <a:t>이상 내용 변경 시 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JSON </a:t>
            </a:r>
            <a:r>
              <a:rPr lang="ko-KR" altLang="en-US" sz="1000" dirty="0">
                <a:solidFill>
                  <a:srgbClr val="333333"/>
                </a:solidFill>
              </a:rPr>
              <a:t>형식으로 수정</a:t>
            </a:r>
            <a:r>
              <a:rPr lang="en-US" altLang="ko-KR" sz="1000">
                <a:solidFill>
                  <a:srgbClr val="333333"/>
                </a:solidFill>
              </a:rPr>
              <a:t>.   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BE1D464A-D246-FD5D-C59B-F60DF030769E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A0D274-1A2C-6BA4-E14B-E8B6640FEDA8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12) Message</a:t>
            </a:r>
            <a:r>
              <a:rPr lang="ko-KR" altLang="en-US" sz="1400">
                <a:latin typeface="맑은 고딕" panose="020B0503020000020004" pitchFamily="50" charset="-127"/>
              </a:rPr>
              <a:t> 함수 수정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9BC7DE2-9182-6ECD-B9D5-ECA023C5DBE0}"/>
              </a:ext>
            </a:extLst>
          </p:cNvPr>
          <p:cNvSpPr/>
          <p:nvPr/>
        </p:nvSpPr>
        <p:spPr>
          <a:xfrm>
            <a:off x="718051" y="1686176"/>
            <a:ext cx="4456744" cy="14547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2C5E7D8-A5F2-0B64-A26B-EED6C8A2197E}"/>
              </a:ext>
            </a:extLst>
          </p:cNvPr>
          <p:cNvGrpSpPr/>
          <p:nvPr/>
        </p:nvGrpSpPr>
        <p:grpSpPr>
          <a:xfrm>
            <a:off x="366170" y="2227203"/>
            <a:ext cx="8671343" cy="496387"/>
            <a:chOff x="6563586" y="3052314"/>
            <a:chExt cx="6091024" cy="34867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16CDBCD-1610-ED71-24E9-2B1EA767F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78" b="82098"/>
            <a:stretch>
              <a:fillRect/>
            </a:stretch>
          </p:blipFill>
          <p:spPr>
            <a:xfrm>
              <a:off x="6563586" y="3052314"/>
              <a:ext cx="5709489" cy="348678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53031195-6645-586D-3251-9AF54D3EC448}"/>
                </a:ext>
              </a:extLst>
            </p:cNvPr>
            <p:cNvSpPr/>
            <p:nvPr/>
          </p:nvSpPr>
          <p:spPr>
            <a:xfrm>
              <a:off x="6567700" y="3052314"/>
              <a:ext cx="6086910" cy="348678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5A996863-CD04-085C-CB0C-634DE6FC26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47" b="19847"/>
          <a:stretch/>
        </p:blipFill>
        <p:spPr>
          <a:xfrm>
            <a:off x="373925" y="3851656"/>
            <a:ext cx="8128180" cy="496387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8F46EB6-CF42-6F9F-6C45-278BAC7CBAF8}"/>
              </a:ext>
            </a:extLst>
          </p:cNvPr>
          <p:cNvSpPr/>
          <p:nvPr/>
        </p:nvSpPr>
        <p:spPr>
          <a:xfrm>
            <a:off x="379782" y="3851656"/>
            <a:ext cx="8665485" cy="496387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0E8F46D5-610A-65B6-F8DA-AFCD8A88BA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47" b="19847"/>
          <a:stretch/>
        </p:blipFill>
        <p:spPr>
          <a:xfrm>
            <a:off x="366170" y="3279908"/>
            <a:ext cx="8128180" cy="496387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8576694-5216-C7EA-2B60-3BB902596160}"/>
              </a:ext>
            </a:extLst>
          </p:cNvPr>
          <p:cNvSpPr/>
          <p:nvPr/>
        </p:nvSpPr>
        <p:spPr>
          <a:xfrm>
            <a:off x="373924" y="3279908"/>
            <a:ext cx="8671343" cy="496387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0D1FA9C7-C663-DA82-7DF4-8C3AD2AAAC4A}"/>
              </a:ext>
            </a:extLst>
          </p:cNvPr>
          <p:cNvSpPr/>
          <p:nvPr/>
        </p:nvSpPr>
        <p:spPr>
          <a:xfrm>
            <a:off x="366170" y="3021493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F1B0CC5-8378-C626-B95F-28DE4F2A02CF}"/>
              </a:ext>
            </a:extLst>
          </p:cNvPr>
          <p:cNvSpPr/>
          <p:nvPr/>
        </p:nvSpPr>
        <p:spPr>
          <a:xfrm>
            <a:off x="718051" y="2344727"/>
            <a:ext cx="4456744" cy="14547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110DC3F-582E-58A7-EF5C-FC6248288AF6}"/>
              </a:ext>
            </a:extLst>
          </p:cNvPr>
          <p:cNvSpPr/>
          <p:nvPr/>
        </p:nvSpPr>
        <p:spPr>
          <a:xfrm>
            <a:off x="2623979" y="3281788"/>
            <a:ext cx="5750730" cy="1728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9546F32-F7D3-D0EB-5F21-D726BDFAD914}"/>
              </a:ext>
            </a:extLst>
          </p:cNvPr>
          <p:cNvSpPr/>
          <p:nvPr/>
        </p:nvSpPr>
        <p:spPr>
          <a:xfrm>
            <a:off x="2549957" y="3850737"/>
            <a:ext cx="5750730" cy="1728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8A6E7-10A3-AECA-4912-FF949FFADB96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C0E96E-E2C9-594A-F377-61EF0F26348D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BD2243AD-F631-7A0F-04C2-21B5F18D40AC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02187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9175F-954C-3DD0-DADD-D533CA24C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923810D-5B7A-48C7-2598-1BF8B7F6308B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BDF3450-0E65-A5E9-4CDB-C01C830A9BA7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93569E-4A16-16EB-69B0-EA4E8585B6F1}"/>
              </a:ext>
            </a:extLst>
          </p:cNvPr>
          <p:cNvSpPr txBox="1"/>
          <p:nvPr/>
        </p:nvSpPr>
        <p:spPr>
          <a:xfrm>
            <a:off x="9509760" y="1018651"/>
            <a:ext cx="2521373" cy="257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불필요한 컴포넌트 제거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ko-KR" sz="1000"/>
              <a:t>MaskEdit → Calendar 컴포넌트</a:t>
            </a:r>
            <a:endParaRPr lang="en-US" altLang="ko-KR" sz="1000"/>
          </a:p>
          <a:p>
            <a:pPr marL="144000">
              <a:lnSpc>
                <a:spcPts val="1500"/>
              </a:lnSpc>
            </a:pPr>
            <a:r>
              <a:rPr lang="en-US" altLang="ko-KR" sz="1000"/>
              <a:t>  </a:t>
            </a:r>
            <a:r>
              <a:rPr lang="ko-KR" altLang="ko-KR" sz="1000"/>
              <a:t> </a:t>
            </a:r>
            <a:r>
              <a:rPr lang="en-US" altLang="ko-KR" sz="1000"/>
              <a:t> </a:t>
            </a:r>
            <a:r>
              <a:rPr lang="ko-KR" altLang="ko-KR" sz="1000"/>
              <a:t>변경 시</a:t>
            </a:r>
            <a:r>
              <a:rPr lang="en-US" altLang="ko-KR" sz="1000">
                <a:solidFill>
                  <a:srgbClr val="333333"/>
                </a:solidFill>
              </a:rPr>
              <a:t> </a:t>
            </a:r>
            <a:r>
              <a:rPr lang="ko-KR" altLang="en-US" sz="1000">
                <a:solidFill>
                  <a:srgbClr val="333333"/>
                </a:solidFill>
              </a:rPr>
              <a:t>불필요한 컴포넌트 제거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</a:t>
            </a:r>
            <a:r>
              <a:rPr lang="en-US" altLang="ko-KR" sz="1000" b="1">
                <a:solidFill>
                  <a:srgbClr val="333333"/>
                </a:solidFill>
              </a:rPr>
              <a:t>- </a:t>
            </a:r>
            <a:r>
              <a:rPr lang="ko-KR" altLang="en-US" sz="1000" b="1">
                <a:solidFill>
                  <a:srgbClr val="333333"/>
                </a:solidFill>
              </a:rPr>
              <a:t>컴</a:t>
            </a:r>
            <a:r>
              <a:rPr lang="ko-KR" altLang="ko-KR" sz="1000" b="1"/>
              <a:t>포넌트 변경 시 함께 수정할 항목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1. </a:t>
            </a:r>
            <a:r>
              <a:rPr lang="ko-KR" altLang="en-US" sz="1000">
                <a:solidFill>
                  <a:srgbClr val="333333"/>
                </a:solidFill>
              </a:rPr>
              <a:t>컴포넌트 </a:t>
            </a:r>
            <a:r>
              <a:rPr lang="en-US" altLang="ko-KR" sz="1000">
                <a:solidFill>
                  <a:srgbClr val="333333"/>
                </a:solidFill>
              </a:rPr>
              <a:t>ID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2. Dataset </a:t>
            </a:r>
            <a:r>
              <a:rPr lang="ko-KR" altLang="en-US" sz="1000">
                <a:solidFill>
                  <a:srgbClr val="333333"/>
                </a:solidFill>
              </a:rPr>
              <a:t>컬럼 바인딩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3. </a:t>
            </a:r>
            <a:r>
              <a:rPr lang="ko-KR" altLang="en-US" sz="1000">
                <a:solidFill>
                  <a:srgbClr val="333333"/>
                </a:solidFill>
              </a:rPr>
              <a:t>적용된 이벤트</a:t>
            </a:r>
            <a:r>
              <a:rPr lang="en-US" altLang="ko-KR" sz="1000">
                <a:solidFill>
                  <a:srgbClr val="333333"/>
                </a:solidFill>
              </a:rPr>
              <a:t>  </a:t>
            </a:r>
          </a:p>
          <a:p>
            <a:pPr marL="144000">
              <a:lnSpc>
                <a:spcPts val="1500"/>
              </a:lnSpc>
            </a:pP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② 불필요한 스크립트 제거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사용하지 않는 버튼 이벤트 제거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en-US" sz="1000">
                <a:solidFill>
                  <a:srgbClr val="333333"/>
                </a:solidFill>
              </a:rPr>
              <a:t>단</a:t>
            </a:r>
            <a:r>
              <a:rPr lang="en-US" altLang="ko-KR" sz="1000">
                <a:solidFill>
                  <a:srgbClr val="333333"/>
                </a:solidFill>
              </a:rPr>
              <a:t>, </a:t>
            </a:r>
            <a:r>
              <a:rPr lang="ko-KR" altLang="en-US" sz="1000">
                <a:solidFill>
                  <a:srgbClr val="333333"/>
                </a:solidFill>
              </a:rPr>
              <a:t>특정 로직이 있는 경우 이벤트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</a:t>
            </a:r>
            <a:r>
              <a:rPr lang="ko-KR" altLang="en-US" sz="1000">
                <a:solidFill>
                  <a:srgbClr val="333333"/>
                </a:solidFill>
              </a:rPr>
              <a:t> 유지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622D07D2-EADC-15AA-647D-D3973FB9CA53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37B1C4-FDEE-AB83-B979-F2E1FCA234AC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13) </a:t>
            </a:r>
            <a:r>
              <a:rPr lang="ko-KR" altLang="ko-KR" sz="1400"/>
              <a:t>MaskEdit → Calendar 컴포넌트 변경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0179F10-6696-EC5D-CEF8-087898D85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61" y="1264365"/>
            <a:ext cx="8808100" cy="3370154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80BEB0C-991A-E683-42FA-06681898D331}"/>
              </a:ext>
            </a:extLst>
          </p:cNvPr>
          <p:cNvSpPr/>
          <p:nvPr/>
        </p:nvSpPr>
        <p:spPr>
          <a:xfrm>
            <a:off x="357461" y="1264366"/>
            <a:ext cx="8808100" cy="3370154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2202432-F34C-7C79-341A-913BF61D55D5}"/>
              </a:ext>
            </a:extLst>
          </p:cNvPr>
          <p:cNvSpPr/>
          <p:nvPr/>
        </p:nvSpPr>
        <p:spPr>
          <a:xfrm>
            <a:off x="2282722" y="1863620"/>
            <a:ext cx="1862558" cy="35730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3E9E175-1DF7-9AFA-6E0F-C246C246BAC9}"/>
              </a:ext>
            </a:extLst>
          </p:cNvPr>
          <p:cNvSpPr/>
          <p:nvPr/>
        </p:nvSpPr>
        <p:spPr>
          <a:xfrm>
            <a:off x="6486425" y="2050982"/>
            <a:ext cx="1316455" cy="24832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081030AC-95D7-658E-14F3-57A536107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97" y="4823891"/>
            <a:ext cx="4613439" cy="1288368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3697274-5178-DB1F-F331-CCE65A0AE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309" y="3525751"/>
            <a:ext cx="4046252" cy="2703604"/>
          </a:xfrm>
          <a:prstGeom prst="rect">
            <a:avLst/>
          </a:prstGeom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7D21FA96-BD15-2C4C-FA1F-FC4FC8F7BA62}"/>
              </a:ext>
            </a:extLst>
          </p:cNvPr>
          <p:cNvSpPr/>
          <p:nvPr/>
        </p:nvSpPr>
        <p:spPr>
          <a:xfrm>
            <a:off x="5119308" y="3525751"/>
            <a:ext cx="4046251" cy="2703604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0FCC8FB3-9CB0-A6BB-A931-B7FE6922FA44}"/>
              </a:ext>
            </a:extLst>
          </p:cNvPr>
          <p:cNvSpPr/>
          <p:nvPr/>
        </p:nvSpPr>
        <p:spPr>
          <a:xfrm>
            <a:off x="5200302" y="5981867"/>
            <a:ext cx="3879728" cy="14025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CF5D3953-C1EF-3737-C9A2-A83465042E35}"/>
              </a:ext>
            </a:extLst>
          </p:cNvPr>
          <p:cNvSpPr/>
          <p:nvPr/>
        </p:nvSpPr>
        <p:spPr>
          <a:xfrm>
            <a:off x="357459" y="4693579"/>
            <a:ext cx="4676093" cy="1535776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8DD55CB7-E046-D06C-B2E6-1416F7308E3E}"/>
              </a:ext>
            </a:extLst>
          </p:cNvPr>
          <p:cNvSpPr/>
          <p:nvPr/>
        </p:nvSpPr>
        <p:spPr>
          <a:xfrm>
            <a:off x="562475" y="5208968"/>
            <a:ext cx="3957137" cy="12719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C3ACC-9A8E-C8DA-1A84-9B838B80904F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DED7FD-B168-5439-22A8-BDAF93C40C6A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4B79741C-0BBE-A43C-B295-494E86A276A1}"/>
              </a:ext>
            </a:extLst>
          </p:cNvPr>
          <p:cNvSpPr/>
          <p:nvPr/>
        </p:nvSpPr>
        <p:spPr>
          <a:xfrm>
            <a:off x="6486425" y="178031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1EC5CF3F-961E-4FA7-C021-372AA0036958}"/>
              </a:ext>
            </a:extLst>
          </p:cNvPr>
          <p:cNvSpPr/>
          <p:nvPr/>
        </p:nvSpPr>
        <p:spPr>
          <a:xfrm>
            <a:off x="357459" y="443287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2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52056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0005-EF51-64BB-E1BD-137DED0C1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5793A86D-40B8-F078-E6BA-713C4D5E8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4821" y="1613102"/>
            <a:ext cx="8550004" cy="625100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CFB5D72-EA0A-E80F-C7E3-68D8DF1F56FB}"/>
              </a:ext>
            </a:extLst>
          </p:cNvPr>
          <p:cNvSpPr/>
          <p:nvPr/>
        </p:nvSpPr>
        <p:spPr>
          <a:xfrm>
            <a:off x="370365" y="1543452"/>
            <a:ext cx="8655827" cy="792486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4EB96-E111-C077-508C-58909651E3E0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636B4B3-421E-E748-0D5E-8B068020661B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5FD287-5A61-42B4-EA4B-011BD25102D7}"/>
              </a:ext>
            </a:extLst>
          </p:cNvPr>
          <p:cNvSpPr txBox="1"/>
          <p:nvPr/>
        </p:nvSpPr>
        <p:spPr>
          <a:xfrm>
            <a:off x="9509760" y="1018651"/>
            <a:ext cx="2521373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함수명 오류 수정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선언부</a:t>
            </a:r>
            <a:r>
              <a:rPr lang="en-US" altLang="ko-KR" sz="1000">
                <a:solidFill>
                  <a:srgbClr val="333333"/>
                </a:solidFill>
              </a:rPr>
              <a:t>/</a:t>
            </a:r>
            <a:r>
              <a:rPr lang="ko-KR" altLang="en-US" sz="1000">
                <a:solidFill>
                  <a:srgbClr val="333333"/>
                </a:solidFill>
              </a:rPr>
              <a:t>호출부 모두 수정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84B6D8E7-66D0-C26E-DE0C-BFBB590D6D9A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83354A-E940-8854-9531-D54FB6EAE3EB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14)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함수명 오류 수정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13DFBD3-DC25-9D68-1547-F33B73B62A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674" y="2493974"/>
            <a:ext cx="8377129" cy="1626429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A291C33-247F-3C80-57DA-0D04A5202360}"/>
              </a:ext>
            </a:extLst>
          </p:cNvPr>
          <p:cNvSpPr/>
          <p:nvPr/>
        </p:nvSpPr>
        <p:spPr>
          <a:xfrm>
            <a:off x="370365" y="2458202"/>
            <a:ext cx="8655826" cy="1698572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6A1E63D-D417-6108-2D32-C3524937844B}"/>
              </a:ext>
            </a:extLst>
          </p:cNvPr>
          <p:cNvSpPr/>
          <p:nvPr/>
        </p:nvSpPr>
        <p:spPr>
          <a:xfrm>
            <a:off x="407649" y="1582922"/>
            <a:ext cx="1176928" cy="144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AD2EF6C7-19D4-96C1-3033-AB23FCDD17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674" y="4347225"/>
            <a:ext cx="8474500" cy="1239160"/>
          </a:xfrm>
          <a:prstGeom prst="rect">
            <a:avLst/>
          </a:prstGeom>
        </p:spPr>
      </p:pic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D8A40B2-8444-4678-05F2-B813333BDE97}"/>
              </a:ext>
            </a:extLst>
          </p:cNvPr>
          <p:cNvSpPr/>
          <p:nvPr/>
        </p:nvSpPr>
        <p:spPr>
          <a:xfrm>
            <a:off x="370365" y="4287168"/>
            <a:ext cx="8655826" cy="1335917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A3D3FA6-901D-BA99-FD42-B162C35B0679}"/>
              </a:ext>
            </a:extLst>
          </p:cNvPr>
          <p:cNvSpPr/>
          <p:nvPr/>
        </p:nvSpPr>
        <p:spPr>
          <a:xfrm>
            <a:off x="424821" y="2514656"/>
            <a:ext cx="887612" cy="144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8995615-EC30-4E6C-F3C1-E3D8F94DB9D8}"/>
              </a:ext>
            </a:extLst>
          </p:cNvPr>
          <p:cNvSpPr/>
          <p:nvPr/>
        </p:nvSpPr>
        <p:spPr>
          <a:xfrm>
            <a:off x="800377" y="5200706"/>
            <a:ext cx="1293105" cy="144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9ECFBB-E798-05DC-A05F-3A643B4751E5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F9A3E6-58B3-5FF0-D2F6-8150A444813F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9BE1B30D-2420-4D2F-31F9-ECFBF43EADA2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13780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E5C1F-6F16-15A8-775B-3969030A3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B6E25E2-CAF4-3ED0-A4D0-747D84E8D9C9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F113EF8-F027-4665-6E6C-63677214EC82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74DA86-5331-CDF7-2B4B-D0B14963C3A9}"/>
              </a:ext>
            </a:extLst>
          </p:cNvPr>
          <p:cNvSpPr txBox="1"/>
          <p:nvPr/>
        </p:nvSpPr>
        <p:spPr>
          <a:xfrm>
            <a:off x="9509760" y="1018651"/>
            <a:ext cx="2521373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getBindDataset </a:t>
            </a:r>
            <a:r>
              <a:rPr lang="ko-KR" altLang="en-US" sz="1000" b="1">
                <a:solidFill>
                  <a:srgbClr val="333333"/>
                </a:solidFill>
              </a:rPr>
              <a:t>수정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com.getBindDataset</a:t>
            </a:r>
            <a:r>
              <a:rPr lang="ko-KR" altLang="en-US" sz="1000">
                <a:solidFill>
                  <a:srgbClr val="333333"/>
                </a:solidFill>
              </a:rPr>
              <a:t>으로 변경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7A798FC8-6BE6-FB80-82EC-0050A90DB0F6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59F6BC-6EBE-53C5-AA3C-C4E16B3B64C7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15) </a:t>
            </a:r>
            <a:r>
              <a:rPr lang="en-US" altLang="ko-KR" sz="1400">
                <a:latin typeface="맑은 고딕" panose="020B0503020000020004" pitchFamily="50" charset="-127"/>
              </a:rPr>
              <a:t>getBindDataset </a:t>
            </a:r>
            <a:r>
              <a:rPr lang="ko-KR" altLang="en-US" sz="1400">
                <a:latin typeface="맑은 고딕" panose="020B0503020000020004" pitchFamily="50" charset="-127"/>
              </a:rPr>
              <a:t>수정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BC70FF1-9790-4D79-7995-E2AFDE8177B7}"/>
              </a:ext>
            </a:extLst>
          </p:cNvPr>
          <p:cNvGrpSpPr/>
          <p:nvPr/>
        </p:nvGrpSpPr>
        <p:grpSpPr>
          <a:xfrm>
            <a:off x="370360" y="1544274"/>
            <a:ext cx="8655827" cy="2138715"/>
            <a:chOff x="6567700" y="3052313"/>
            <a:chExt cx="6080124" cy="15023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DA7AFA8-E4FB-1369-2172-FD9D82F8D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700" y="3089805"/>
              <a:ext cx="5554807" cy="1450644"/>
            </a:xfrm>
            <a:prstGeom prst="rect">
              <a:avLst/>
            </a:prstGeom>
          </p:spPr>
        </p:pic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0050CF36-CC92-4733-E8DA-84572C5E3AC6}"/>
                </a:ext>
              </a:extLst>
            </p:cNvPr>
            <p:cNvSpPr/>
            <p:nvPr/>
          </p:nvSpPr>
          <p:spPr>
            <a:xfrm>
              <a:off x="6567700" y="3052313"/>
              <a:ext cx="6080124" cy="150230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CC4DDB2-2C5B-63F0-D262-F4864CEF4BC5}"/>
              </a:ext>
            </a:extLst>
          </p:cNvPr>
          <p:cNvGrpSpPr/>
          <p:nvPr/>
        </p:nvGrpSpPr>
        <p:grpSpPr>
          <a:xfrm>
            <a:off x="370363" y="3789483"/>
            <a:ext cx="8655826" cy="2138715"/>
            <a:chOff x="6567700" y="3052313"/>
            <a:chExt cx="6080124" cy="1455112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83834AEA-9D22-FB46-4F1A-184920140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2168" y="3078714"/>
              <a:ext cx="5467072" cy="1428075"/>
            </a:xfrm>
            <a:prstGeom prst="rect">
              <a:avLst/>
            </a:prstGeom>
          </p:spPr>
        </p:pic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2A9BC739-5370-4487-1A9A-2FC977AE7C51}"/>
                </a:ext>
              </a:extLst>
            </p:cNvPr>
            <p:cNvSpPr/>
            <p:nvPr/>
          </p:nvSpPr>
          <p:spPr>
            <a:xfrm>
              <a:off x="6567700" y="3052313"/>
              <a:ext cx="6080124" cy="1455112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6F297C7-C2D8-B5F6-10C7-33BA071CB3F5}"/>
              </a:ext>
            </a:extLst>
          </p:cNvPr>
          <p:cNvSpPr/>
          <p:nvPr/>
        </p:nvSpPr>
        <p:spPr>
          <a:xfrm>
            <a:off x="1471636" y="1673925"/>
            <a:ext cx="4028529" cy="181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D1DCE41-6A75-E1DD-E089-7B8DCF98C828}"/>
              </a:ext>
            </a:extLst>
          </p:cNvPr>
          <p:cNvSpPr/>
          <p:nvPr/>
        </p:nvSpPr>
        <p:spPr>
          <a:xfrm>
            <a:off x="1471636" y="3888785"/>
            <a:ext cx="1394521" cy="181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A30332-3D61-A0F8-7E03-AA73A0891D81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3B34F0-C19C-7CCA-A8D4-EE871AD75F57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84C48AA1-8C42-6238-98FE-101EE8BE9FD5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218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9B238-5F83-9EF6-B38F-4F5C78EB8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E78130F1-37F5-EB30-484B-BBCBE4DC3E86}"/>
              </a:ext>
            </a:extLst>
          </p:cNvPr>
          <p:cNvGrpSpPr/>
          <p:nvPr/>
        </p:nvGrpSpPr>
        <p:grpSpPr>
          <a:xfrm>
            <a:off x="372027" y="1547927"/>
            <a:ext cx="8655828" cy="1775688"/>
            <a:chOff x="6567700" y="3052313"/>
            <a:chExt cx="6080124" cy="12473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7343C02-0D77-4558-849B-58531D50E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9422" y="3065446"/>
              <a:ext cx="6070141" cy="1216107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27A887C5-149A-5262-9D31-F686E7A804FC}"/>
                </a:ext>
              </a:extLst>
            </p:cNvPr>
            <p:cNvSpPr/>
            <p:nvPr/>
          </p:nvSpPr>
          <p:spPr>
            <a:xfrm>
              <a:off x="6567700" y="3052313"/>
              <a:ext cx="6080124" cy="1247300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FC28CAA-6265-8FE8-37E1-D81098B172F2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6806D79-403B-D628-4DF3-4CAF5A6181C2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7AB960-BDCF-D005-9FB5-B30A89649441}"/>
              </a:ext>
            </a:extLst>
          </p:cNvPr>
          <p:cNvSpPr txBox="1"/>
          <p:nvPr/>
        </p:nvSpPr>
        <p:spPr>
          <a:xfrm>
            <a:off x="9509760" y="1018651"/>
            <a:ext cx="2521373" cy="64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filter </a:t>
            </a:r>
            <a:r>
              <a:rPr lang="ko-KR" altLang="en-US" sz="1000" b="1">
                <a:solidFill>
                  <a:srgbClr val="333333"/>
                </a:solidFill>
              </a:rPr>
              <a:t>수정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조건문 대입 연산자</a:t>
            </a:r>
            <a:r>
              <a:rPr lang="en-US" altLang="ko-KR" sz="1000">
                <a:solidFill>
                  <a:srgbClr val="333333"/>
                </a:solidFill>
              </a:rPr>
              <a:t>(=) </a:t>
            </a:r>
            <a:r>
              <a:rPr lang="ko-KR" altLang="ko-KR" sz="1000"/>
              <a:t>→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관계 연산자</a:t>
            </a:r>
            <a:r>
              <a:rPr lang="en-US" altLang="ko-KR" sz="1000">
                <a:solidFill>
                  <a:srgbClr val="333333"/>
                </a:solidFill>
              </a:rPr>
              <a:t>(==)</a:t>
            </a:r>
            <a:r>
              <a:rPr lang="ko-KR" altLang="en-US" sz="1000">
                <a:solidFill>
                  <a:srgbClr val="333333"/>
                </a:solidFill>
              </a:rPr>
              <a:t>로 수정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C3AC949D-1BED-0644-899A-3DF62031AB53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31314E-A7CB-B8D2-AC56-75BF28ACE250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16) filter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9340088-1442-9F24-8E04-5AD42971339E}"/>
              </a:ext>
            </a:extLst>
          </p:cNvPr>
          <p:cNvGrpSpPr/>
          <p:nvPr/>
        </p:nvGrpSpPr>
        <p:grpSpPr>
          <a:xfrm>
            <a:off x="366170" y="3428020"/>
            <a:ext cx="8655829" cy="1751587"/>
            <a:chOff x="6567698" y="3052313"/>
            <a:chExt cx="6080126" cy="123037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4B2FA52-CD9C-6F5F-53A5-52138BA17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698" y="3064935"/>
              <a:ext cx="5979719" cy="1197992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A85B8CCD-A0C8-8DDB-FF91-B862655D0C1A}"/>
                </a:ext>
              </a:extLst>
            </p:cNvPr>
            <p:cNvSpPr/>
            <p:nvPr/>
          </p:nvSpPr>
          <p:spPr>
            <a:xfrm>
              <a:off x="6567700" y="3052313"/>
              <a:ext cx="6080124" cy="1230370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50B4EDE-02A5-52DD-CCFC-E80F1B31D84C}"/>
              </a:ext>
            </a:extLst>
          </p:cNvPr>
          <p:cNvSpPr/>
          <p:nvPr/>
        </p:nvSpPr>
        <p:spPr>
          <a:xfrm>
            <a:off x="2045257" y="2478119"/>
            <a:ext cx="685800" cy="181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E00CAB1-43F0-00E9-D490-3B8D2B66905C}"/>
              </a:ext>
            </a:extLst>
          </p:cNvPr>
          <p:cNvSpPr/>
          <p:nvPr/>
        </p:nvSpPr>
        <p:spPr>
          <a:xfrm>
            <a:off x="2045257" y="4338591"/>
            <a:ext cx="685800" cy="181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EE0B28-DBC1-66AE-212D-3A6136FB8E0F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6E3CE0-9228-0BBA-A62C-AE1B43A1E5C0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541F8965-370D-1397-3FAE-8B4BD766F7EB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05515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BE0F6-BF6A-6831-1F09-69AE9C31F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3AFFF991-9CE7-45C0-4B3A-084D22323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4650584"/>
            <a:ext cx="8612689" cy="89995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8BC289E-CE27-E6A8-83A3-2C2761A8A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24" y="1547927"/>
            <a:ext cx="8612689" cy="2950814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EC6A044-768F-E994-0FE8-D0C627DF2825}"/>
              </a:ext>
            </a:extLst>
          </p:cNvPr>
          <p:cNvSpPr/>
          <p:nvPr/>
        </p:nvSpPr>
        <p:spPr>
          <a:xfrm>
            <a:off x="371140" y="1547927"/>
            <a:ext cx="8743859" cy="1271018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C6B0DE-7773-E8DE-5602-44F8B1293189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6669D49-1C09-B97C-AEB9-37CBB939F7E8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E5482C-6DBB-14DB-8D0E-AC722EFBFDAD}"/>
              </a:ext>
            </a:extLst>
          </p:cNvPr>
          <p:cNvSpPr txBox="1"/>
          <p:nvPr/>
        </p:nvSpPr>
        <p:spPr>
          <a:xfrm>
            <a:off x="9509760" y="1018651"/>
            <a:ext cx="2521373" cy="1611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Popup </a:t>
            </a:r>
            <a:r>
              <a:rPr lang="ko-KR" altLang="en-US" sz="1000" b="1">
                <a:solidFill>
                  <a:srgbClr val="333333"/>
                </a:solidFill>
              </a:rPr>
              <a:t>호출 방식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com.Dialog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com.NewWindow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com.DialogMainForm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- </a:t>
            </a:r>
            <a:r>
              <a:rPr lang="ko-KR" altLang="en-US" sz="1000">
                <a:solidFill>
                  <a:srgbClr val="333333"/>
                </a:solidFill>
              </a:rPr>
              <a:t>메인 화면 그대로 열 때 사용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② 파일 위치 참조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 </a:t>
            </a:r>
            <a:r>
              <a:rPr lang="en-US" altLang="ko-KR" sz="1000">
                <a:solidFill>
                  <a:srgbClr val="333333"/>
                </a:solidFill>
              </a:rPr>
              <a:t>- somlib/com.js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D8D07232-037F-40F0-4F00-E2E0117B905F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21B7EB-CFEC-54AE-460A-A965B8EE4A97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17) Popup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 호출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E5E973C-5D37-E0BD-6599-DE912A061922}"/>
              </a:ext>
            </a:extLst>
          </p:cNvPr>
          <p:cNvSpPr/>
          <p:nvPr/>
        </p:nvSpPr>
        <p:spPr>
          <a:xfrm>
            <a:off x="373967" y="2900575"/>
            <a:ext cx="8741032" cy="1600972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0ECE0EC-55AE-D668-A0DD-0C750F3BEB34}"/>
              </a:ext>
            </a:extLst>
          </p:cNvPr>
          <p:cNvSpPr/>
          <p:nvPr/>
        </p:nvSpPr>
        <p:spPr>
          <a:xfrm>
            <a:off x="875966" y="2258035"/>
            <a:ext cx="7689850" cy="181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E44FB70-F830-8B8F-B05E-03A302AE0DD2}"/>
              </a:ext>
            </a:extLst>
          </p:cNvPr>
          <p:cNvSpPr/>
          <p:nvPr/>
        </p:nvSpPr>
        <p:spPr>
          <a:xfrm>
            <a:off x="618344" y="4092811"/>
            <a:ext cx="8328472" cy="181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F4E0C05-2508-4D48-9090-2F5369969D00}"/>
              </a:ext>
            </a:extLst>
          </p:cNvPr>
          <p:cNvSpPr/>
          <p:nvPr/>
        </p:nvSpPr>
        <p:spPr>
          <a:xfrm>
            <a:off x="371141" y="4580371"/>
            <a:ext cx="8741032" cy="1040226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7D8D776-9584-262F-F728-195DB4C2FDFC}"/>
              </a:ext>
            </a:extLst>
          </p:cNvPr>
          <p:cNvSpPr/>
          <p:nvPr/>
        </p:nvSpPr>
        <p:spPr>
          <a:xfrm>
            <a:off x="818815" y="4918948"/>
            <a:ext cx="8195947" cy="181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612DD-9F47-8F5C-0226-B7204A218C82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90E971-F5BE-AE7D-84F4-29F7C89B569A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386C2B92-8BD4-433A-14D3-40802108E27B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1926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42C5D-EA1F-AAF6-D87F-E6D26B8DF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CC59CD12-1C4C-9B68-44FF-C9FB88583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46" y="1585028"/>
            <a:ext cx="4273189" cy="35609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654568-E18D-7C06-0627-05B24D69349F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F3475F6-BFF1-93E7-F57C-083674F1B43A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2543A0-1134-5B1F-2DB6-60C70C61BA41}"/>
              </a:ext>
            </a:extLst>
          </p:cNvPr>
          <p:cNvSpPr txBox="1"/>
          <p:nvPr/>
        </p:nvSpPr>
        <p:spPr>
          <a:xfrm>
            <a:off x="9509760" y="1018651"/>
            <a:ext cx="2521373" cy="1803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dataset.getRowType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toUpperCase() </a:t>
            </a:r>
            <a:r>
              <a:rPr lang="ko-KR" altLang="en-US" sz="1000">
                <a:solidFill>
                  <a:srgbClr val="333333"/>
                </a:solidFill>
              </a:rPr>
              <a:t>방식 </a:t>
            </a:r>
            <a:r>
              <a:rPr lang="ko-KR" altLang="ko-KR" sz="1000"/>
              <a:t>→</a:t>
            </a:r>
            <a:endParaRPr lang="en-US" altLang="ko-KR" sz="1000"/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dataset.ROWTYPE_* </a:t>
            </a:r>
            <a:r>
              <a:rPr lang="ko-KR" altLang="en-US" sz="1000">
                <a:solidFill>
                  <a:srgbClr val="333333"/>
                </a:solidFill>
              </a:rPr>
              <a:t>사용으로 변경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- Row </a:t>
            </a:r>
            <a:r>
              <a:rPr lang="ko-KR" altLang="en-US" sz="1000" b="1">
                <a:solidFill>
                  <a:srgbClr val="333333"/>
                </a:solidFill>
              </a:rPr>
              <a:t>타입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1. Dataset.ROWTYPE_NORMAL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2. Dataset.ROWTYPE_INSERT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3. Dataset.ROWTYPE_UPDATE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4. Dataset.ROWTYPE_DELETE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C4189FA1-8D9D-F7D1-01FF-0B532A9AFB9C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FA0FE9-105E-4D34-52EE-670068A94D8B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18) </a:t>
            </a:r>
            <a:r>
              <a:rPr lang="en-US" altLang="ko-KR" sz="1400">
                <a:latin typeface="맑은 고딕" panose="020B0503020000020004" pitchFamily="50" charset="-127"/>
              </a:rPr>
              <a:t>dataset.getRowType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49F0B5-D4EC-0778-D5DE-CDF07912BCDA}"/>
              </a:ext>
            </a:extLst>
          </p:cNvPr>
          <p:cNvSpPr/>
          <p:nvPr/>
        </p:nvSpPr>
        <p:spPr>
          <a:xfrm>
            <a:off x="313916" y="1544516"/>
            <a:ext cx="4358168" cy="3655929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774F974-BAD4-8792-C569-F19E408AFD16}"/>
              </a:ext>
            </a:extLst>
          </p:cNvPr>
          <p:cNvSpPr/>
          <p:nvPr/>
        </p:nvSpPr>
        <p:spPr>
          <a:xfrm>
            <a:off x="4758090" y="1544516"/>
            <a:ext cx="4424775" cy="3655928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81C490F-443B-35C2-2057-4A1E4A13F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524" y="1593606"/>
            <a:ext cx="4288968" cy="3552413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571DD89-6523-1704-C949-E549A5761FC3}"/>
              </a:ext>
            </a:extLst>
          </p:cNvPr>
          <p:cNvSpPr/>
          <p:nvPr/>
        </p:nvSpPr>
        <p:spPr>
          <a:xfrm>
            <a:off x="666905" y="2119464"/>
            <a:ext cx="2051957" cy="12668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EAFED9B-8E35-D758-742F-A154AD1EA9A1}"/>
              </a:ext>
            </a:extLst>
          </p:cNvPr>
          <p:cNvSpPr/>
          <p:nvPr/>
        </p:nvSpPr>
        <p:spPr>
          <a:xfrm>
            <a:off x="5046078" y="2119463"/>
            <a:ext cx="2051957" cy="12668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D648C-4FD2-2779-D6A6-35280C0D4F4B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F19E3-53DD-7B30-ADD4-388A8C4A9186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7D4F89C6-8565-2E34-AF51-B79B6BE6B6EE}"/>
              </a:ext>
            </a:extLst>
          </p:cNvPr>
          <p:cNvSpPr/>
          <p:nvPr/>
        </p:nvSpPr>
        <p:spPr>
          <a:xfrm>
            <a:off x="313916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9385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5044A-BA5A-1AAA-F4CC-C0C5FDE68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93ABCCE-65CE-8F23-A6BB-9A8F49FAB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64" y="1499874"/>
            <a:ext cx="8648434" cy="1373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088501-DE0C-B2B8-E2B5-895F77FBB07F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FFD59A0-F3BD-9A84-A042-4B1088F4F884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79725D-394E-E792-9A93-735D5AA4326C}"/>
              </a:ext>
            </a:extLst>
          </p:cNvPr>
          <p:cNvSpPr txBox="1"/>
          <p:nvPr/>
        </p:nvSpPr>
        <p:spPr>
          <a:xfrm>
            <a:off x="9509760" y="1018651"/>
            <a:ext cx="2521373" cy="257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take.tranSelect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개별 </a:t>
            </a:r>
            <a:r>
              <a:rPr lang="en-US" altLang="ko-KR" sz="1000">
                <a:solidFill>
                  <a:srgbClr val="333333"/>
                </a:solidFill>
              </a:rPr>
              <a:t>SQL </a:t>
            </a:r>
            <a:r>
              <a:rPr lang="ko-KR" altLang="en-US" sz="1000">
                <a:solidFill>
                  <a:srgbClr val="333333"/>
                </a:solidFill>
              </a:rPr>
              <a:t>호출 </a:t>
            </a:r>
            <a:r>
              <a:rPr lang="ko-KR" altLang="ko-KR" sz="1000"/>
              <a:t>→ </a:t>
            </a:r>
            <a:r>
              <a:rPr lang="en-US" altLang="ko-KR" sz="1000">
                <a:solidFill>
                  <a:srgbClr val="333333"/>
                </a:solidFill>
              </a:rPr>
              <a:t>take.tranSelect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사용하여</a:t>
            </a:r>
            <a:r>
              <a:rPr lang="en-US" altLang="ko-KR" sz="1000">
                <a:solidFill>
                  <a:srgbClr val="333333"/>
                </a:solidFill>
              </a:rPr>
              <a:t> </a:t>
            </a:r>
            <a:r>
              <a:rPr lang="ko-KR" altLang="en-US" sz="1000">
                <a:solidFill>
                  <a:srgbClr val="333333"/>
                </a:solidFill>
              </a:rPr>
              <a:t>하나의 트랜잭션으로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통합</a:t>
            </a:r>
            <a:r>
              <a:rPr lang="en-US" altLang="ko-KR" sz="1000">
                <a:solidFill>
                  <a:srgbClr val="333333"/>
                </a:solidFill>
              </a:rPr>
              <a:t> </a:t>
            </a:r>
            <a:r>
              <a:rPr lang="ko-KR" altLang="en-US" sz="1000">
                <a:solidFill>
                  <a:srgbClr val="333333"/>
                </a:solidFill>
              </a:rPr>
              <a:t>조회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en-US" sz="1000">
                <a:solidFill>
                  <a:srgbClr val="333333"/>
                </a:solidFill>
              </a:rPr>
              <a:t>결과는 </a:t>
            </a:r>
            <a:r>
              <a:rPr lang="en-US" altLang="ko-KR" sz="1000">
                <a:solidFill>
                  <a:srgbClr val="333333"/>
                </a:solidFill>
              </a:rPr>
              <a:t>Dataset</a:t>
            </a:r>
            <a:r>
              <a:rPr lang="ko-KR" altLang="en-US" sz="1000">
                <a:solidFill>
                  <a:srgbClr val="333333"/>
                </a:solidFill>
              </a:rPr>
              <a:t>으로 수신하고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콜백 함수에서 필요한 값 사용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ko-KR" sz="1000"/>
              <a:t>쿼리문은 </a:t>
            </a:r>
            <a:r>
              <a:rPr lang="en-US" altLang="ko-KR" sz="1000"/>
              <a:t>  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latin typeface="+mn-ea"/>
              </a:rPr>
              <a:t>    </a:t>
            </a:r>
            <a:r>
              <a:rPr lang="ko-KR" altLang="ko-KR" sz="1000" b="1">
                <a:latin typeface="+mn-ea"/>
              </a:rPr>
              <a:t>EstimateCharterBaseMapper.xml</a:t>
            </a:r>
            <a:endParaRPr lang="en-US" altLang="ko-KR" sz="1000" b="1">
              <a:latin typeface="+mn-ea"/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/>
              <a:t>    에 작성 후 사용</a:t>
            </a:r>
            <a:r>
              <a:rPr lang="en-US" altLang="ko-KR" sz="1000"/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② 파일 위치 참조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 </a:t>
            </a:r>
            <a:r>
              <a:rPr lang="en-US" altLang="ko-KR" sz="1000">
                <a:solidFill>
                  <a:srgbClr val="333333"/>
                </a:solidFill>
              </a:rPr>
              <a:t>- takelib/takeuxb.js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7401B5-6843-05B5-0C13-A993BB7F9AC2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>
                <a:latin typeface="맑은 고딕" panose="020B0503020000020004" pitchFamily="50" charset="-127"/>
              </a:rPr>
              <a:t>19) 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SQL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문 처리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46">
            <a:extLst>
              <a:ext uri="{FF2B5EF4-FFF2-40B4-BE49-F238E27FC236}">
                <a16:creationId xmlns:a16="http://schemas.microsoft.com/office/drawing/2014/main" id="{2F96EDF8-5606-6B3F-078B-2B463F3188AC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B9E2539-FA33-8C78-7A4A-22A1B5E3F358}"/>
              </a:ext>
            </a:extLst>
          </p:cNvPr>
          <p:cNvSpPr/>
          <p:nvPr/>
        </p:nvSpPr>
        <p:spPr>
          <a:xfrm>
            <a:off x="408535" y="2186703"/>
            <a:ext cx="3394349" cy="51529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167C4D5-788C-EF95-78E4-4629A15C5AED}"/>
              </a:ext>
            </a:extLst>
          </p:cNvPr>
          <p:cNvSpPr/>
          <p:nvPr/>
        </p:nvSpPr>
        <p:spPr>
          <a:xfrm>
            <a:off x="371247" y="1548046"/>
            <a:ext cx="8655827" cy="1280781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D40E5DB-EC00-5F82-576C-CC1C1F563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7" y="3032152"/>
            <a:ext cx="4364634" cy="2121796"/>
          </a:xfrm>
          <a:prstGeom prst="rect">
            <a:avLst/>
          </a:prstGeom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1667E29-76DB-A60F-5DBF-53222FAF4FDB}"/>
              </a:ext>
            </a:extLst>
          </p:cNvPr>
          <p:cNvSpPr/>
          <p:nvPr/>
        </p:nvSpPr>
        <p:spPr>
          <a:xfrm>
            <a:off x="365394" y="3032152"/>
            <a:ext cx="8655827" cy="2186627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E8B5A8-0481-6DA7-B9EA-F493AA792846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4031EB-7CE6-6B43-32E8-85E0ED924B4F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2" name="순서도: 연결자 1">
            <a:extLst>
              <a:ext uri="{FF2B5EF4-FFF2-40B4-BE49-F238E27FC236}">
                <a16:creationId xmlns:a16="http://schemas.microsoft.com/office/drawing/2014/main" id="{DCEFB003-5C30-C5F0-CF8F-E947666CC545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B067B92-37B3-A560-8DDB-7DE528EC1199}"/>
              </a:ext>
            </a:extLst>
          </p:cNvPr>
          <p:cNvSpPr/>
          <p:nvPr/>
        </p:nvSpPr>
        <p:spPr>
          <a:xfrm>
            <a:off x="408534" y="3185871"/>
            <a:ext cx="774223" cy="15478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339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83872-A79D-53E2-6186-02517D348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D6B7E24-1C95-3E60-8EC8-111565AB5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16" y="1550204"/>
            <a:ext cx="4360430" cy="328350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4AB5034-7FFF-9574-5291-D49291DAE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432" y="1550203"/>
            <a:ext cx="4360431" cy="40934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B713F8-BF75-E7C9-B035-65FD0A52E480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7615D0E-D32E-7B28-FD4A-0D1FCAEC53DE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AED2BA-8FC5-70EE-DCD8-C1101FA1A430}"/>
              </a:ext>
            </a:extLst>
          </p:cNvPr>
          <p:cNvSpPr txBox="1"/>
          <p:nvPr/>
        </p:nvSpPr>
        <p:spPr>
          <a:xfrm>
            <a:off x="9509760" y="1018651"/>
            <a:ext cx="2521373" cy="2380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nexacro.Decimal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일반 산술 연산</a:t>
            </a:r>
            <a:r>
              <a:rPr lang="ko-KR" altLang="ko-KR" sz="1000"/>
              <a:t> →</a:t>
            </a:r>
            <a:r>
              <a:rPr lang="ko-KR" altLang="en-US" sz="1000">
                <a:solidFill>
                  <a:srgbClr val="333333"/>
                </a:solidFill>
              </a:rPr>
              <a:t> </a:t>
            </a:r>
            <a:r>
              <a:rPr lang="en-US" altLang="ko-KR" sz="1000">
                <a:solidFill>
                  <a:srgbClr val="333333"/>
                </a:solidFill>
              </a:rPr>
              <a:t>nexacro.Decimal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기반 정밀 연산으로 변경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take.nvl</a:t>
            </a:r>
            <a:r>
              <a:rPr lang="ko-KR" altLang="en-US" sz="1000">
                <a:solidFill>
                  <a:srgbClr val="333333"/>
                </a:solidFill>
              </a:rPr>
              <a:t> 사용하여 </a:t>
            </a:r>
            <a:r>
              <a:rPr lang="en-US" altLang="ko-KR" sz="1000">
                <a:solidFill>
                  <a:srgbClr val="333333"/>
                </a:solidFill>
              </a:rPr>
              <a:t>Null </a:t>
            </a:r>
            <a:r>
              <a:rPr lang="ko-KR" altLang="en-US" sz="1000">
                <a:solidFill>
                  <a:srgbClr val="333333"/>
                </a:solidFill>
              </a:rPr>
              <a:t>값 </a:t>
            </a:r>
            <a:r>
              <a:rPr lang="en-US" altLang="ko-KR" sz="1000">
                <a:solidFill>
                  <a:srgbClr val="333333"/>
                </a:solidFill>
              </a:rPr>
              <a:t>0</a:t>
            </a:r>
            <a:r>
              <a:rPr lang="ko-KR" altLang="en-US" sz="1000">
                <a:solidFill>
                  <a:srgbClr val="333333"/>
                </a:solidFill>
              </a:rPr>
              <a:t>으로 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치환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  </a:t>
            </a:r>
            <a:r>
              <a:rPr lang="en-US" altLang="ko-KR" sz="1000" b="1">
                <a:solidFill>
                  <a:srgbClr val="333333"/>
                </a:solidFill>
              </a:rPr>
              <a:t>-</a:t>
            </a:r>
            <a:r>
              <a:rPr lang="ko-KR" altLang="en-US" sz="1000" b="1">
                <a:solidFill>
                  <a:srgbClr val="333333"/>
                </a:solidFill>
              </a:rPr>
              <a:t> 연산자 변경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   </a:t>
            </a:r>
            <a:r>
              <a:rPr lang="en-US" altLang="ko-KR" sz="1000">
                <a:solidFill>
                  <a:srgbClr val="333333"/>
                </a:solidFill>
              </a:rPr>
              <a:t>1. </a:t>
            </a:r>
            <a:r>
              <a:rPr lang="ko-KR" altLang="en-US" sz="1000">
                <a:solidFill>
                  <a:srgbClr val="333333"/>
                </a:solidFill>
              </a:rPr>
              <a:t>더하기</a:t>
            </a:r>
            <a:r>
              <a:rPr lang="en-US" altLang="ko-KR" sz="1000">
                <a:solidFill>
                  <a:srgbClr val="333333"/>
                </a:solidFill>
              </a:rPr>
              <a:t>(+) : .add()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2. </a:t>
            </a:r>
            <a:r>
              <a:rPr lang="ko-KR" altLang="en-US" sz="1000">
                <a:solidFill>
                  <a:srgbClr val="333333"/>
                </a:solidFill>
              </a:rPr>
              <a:t>빼기</a:t>
            </a:r>
            <a:r>
              <a:rPr lang="en-US" altLang="ko-KR" sz="1000">
                <a:solidFill>
                  <a:srgbClr val="333333"/>
                </a:solidFill>
              </a:rPr>
              <a:t>(-) : .sub()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3. </a:t>
            </a:r>
            <a:r>
              <a:rPr lang="ko-KR" altLang="en-US" sz="1000">
                <a:solidFill>
                  <a:srgbClr val="333333"/>
                </a:solidFill>
              </a:rPr>
              <a:t>곱하기</a:t>
            </a:r>
            <a:r>
              <a:rPr lang="en-US" altLang="ko-KR" sz="1000">
                <a:solidFill>
                  <a:srgbClr val="333333"/>
                </a:solidFill>
              </a:rPr>
              <a:t>(*) : .mul()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4. </a:t>
            </a:r>
            <a:r>
              <a:rPr lang="ko-KR" altLang="en-US" sz="1000">
                <a:solidFill>
                  <a:srgbClr val="333333"/>
                </a:solidFill>
              </a:rPr>
              <a:t>나누기</a:t>
            </a:r>
            <a:r>
              <a:rPr lang="en-US" altLang="ko-KR" sz="1000">
                <a:solidFill>
                  <a:srgbClr val="333333"/>
                </a:solidFill>
              </a:rPr>
              <a:t>(/) : .div()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ABE325-F07B-7630-8A62-35781E09BDFF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>
                <a:latin typeface="맑은 고딕" panose="020B0503020000020004" pitchFamily="50" charset="-127"/>
              </a:rPr>
              <a:t>20) </a:t>
            </a:r>
            <a:r>
              <a:rPr lang="ko-KR" altLang="ko-KR" sz="1400"/>
              <a:t>nexacro.Decimal</a:t>
            </a:r>
            <a:r>
              <a:rPr lang="en-US" altLang="ko-KR" sz="1400"/>
              <a:t> </a:t>
            </a:r>
            <a:r>
              <a:rPr lang="ko-KR" altLang="en-US" sz="1400"/>
              <a:t>적용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46">
            <a:extLst>
              <a:ext uri="{FF2B5EF4-FFF2-40B4-BE49-F238E27FC236}">
                <a16:creationId xmlns:a16="http://schemas.microsoft.com/office/drawing/2014/main" id="{F7FF32E8-845F-3EA7-72E7-38808878168A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25E26CD-02C6-70A4-0D70-46542ACE7243}"/>
              </a:ext>
            </a:extLst>
          </p:cNvPr>
          <p:cNvSpPr/>
          <p:nvPr/>
        </p:nvSpPr>
        <p:spPr>
          <a:xfrm>
            <a:off x="384464" y="1550203"/>
            <a:ext cx="4321931" cy="462335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DAA702A-9BB4-40D7-438E-BBB1CE33AFB6}"/>
              </a:ext>
            </a:extLst>
          </p:cNvPr>
          <p:cNvSpPr/>
          <p:nvPr/>
        </p:nvSpPr>
        <p:spPr>
          <a:xfrm>
            <a:off x="805731" y="2009282"/>
            <a:ext cx="3215551" cy="263071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70221EA-3AF1-BD95-C12D-6D5975FA419E}"/>
              </a:ext>
            </a:extLst>
          </p:cNvPr>
          <p:cNvSpPr/>
          <p:nvPr/>
        </p:nvSpPr>
        <p:spPr>
          <a:xfrm>
            <a:off x="5166161" y="2203611"/>
            <a:ext cx="3728457" cy="329272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31F714F-2FC7-9A47-6FF5-422D0B014F0C}"/>
              </a:ext>
            </a:extLst>
          </p:cNvPr>
          <p:cNvSpPr/>
          <p:nvPr/>
        </p:nvSpPr>
        <p:spPr>
          <a:xfrm>
            <a:off x="4804889" y="1550201"/>
            <a:ext cx="4321931" cy="4623351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09B0A72-B698-820C-73EE-89FD7E5496A7}"/>
              </a:ext>
            </a:extLst>
          </p:cNvPr>
          <p:cNvSpPr/>
          <p:nvPr/>
        </p:nvSpPr>
        <p:spPr>
          <a:xfrm>
            <a:off x="5419384" y="1581373"/>
            <a:ext cx="3662271" cy="14120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12138-5926-8C45-6475-9405852669DD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EE032-F21D-3284-B52B-5DBDCD73D45E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2" name="순서도: 연결자 1">
            <a:extLst>
              <a:ext uri="{FF2B5EF4-FFF2-40B4-BE49-F238E27FC236}">
                <a16:creationId xmlns:a16="http://schemas.microsoft.com/office/drawing/2014/main" id="{CAA82108-17C3-2AE2-6C14-287886656552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92065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1E76-7DAF-784F-50B0-2C398F902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림 38">
            <a:extLst>
              <a:ext uri="{FF2B5EF4-FFF2-40B4-BE49-F238E27FC236}">
                <a16:creationId xmlns:a16="http://schemas.microsoft.com/office/drawing/2014/main" id="{127EB2A4-C987-2421-33A3-9496D4F15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8" y="3452194"/>
            <a:ext cx="8058677" cy="243262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8CB7CEA1-45B9-97E5-DEBC-105E580A9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78" y="1608633"/>
            <a:ext cx="8128734" cy="16852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C73CAD-F5E7-B67C-8A43-D56A82E29F4F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BE7F8CD-313B-EB4C-2BAC-07D1A71A068C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7D29DD-14A1-65C4-3244-5B45D78CFA28}"/>
              </a:ext>
            </a:extLst>
          </p:cNvPr>
          <p:cNvSpPr txBox="1"/>
          <p:nvPr/>
        </p:nvSpPr>
        <p:spPr>
          <a:xfrm>
            <a:off x="9509760" y="1018651"/>
            <a:ext cx="2521373" cy="1226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OZ Report </a:t>
            </a:r>
            <a:r>
              <a:rPr lang="ko-KR" altLang="en-US" sz="1000" b="1">
                <a:solidFill>
                  <a:srgbClr val="333333"/>
                </a:solidFill>
              </a:rPr>
              <a:t>호출 수정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</a:t>
            </a:r>
            <a:r>
              <a:rPr lang="ko-KR" altLang="ko-KR" sz="1000"/>
              <a:t>common_oz.fn_comm_dialog</a:t>
            </a:r>
            <a:r>
              <a:rPr lang="ko-KR" altLang="en-US" sz="1000"/>
              <a:t>으로  </a:t>
            </a:r>
            <a:endParaRPr lang="en-US" altLang="ko-KR" sz="1000"/>
          </a:p>
          <a:p>
            <a:pPr marL="144000">
              <a:lnSpc>
                <a:spcPts val="1500"/>
              </a:lnSpc>
            </a:pPr>
            <a:r>
              <a:rPr lang="en-US" altLang="ko-KR" sz="1000"/>
              <a:t>    </a:t>
            </a:r>
            <a:r>
              <a:rPr lang="ko-KR" altLang="en-US" sz="1000"/>
              <a:t>변경</a:t>
            </a:r>
            <a:r>
              <a:rPr lang="en-US" altLang="ko-KR" sz="1000"/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/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② 파일 위치 참조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 </a:t>
            </a:r>
            <a:r>
              <a:rPr lang="en-US" altLang="ko-KR" sz="1000">
                <a:solidFill>
                  <a:srgbClr val="333333"/>
                </a:solidFill>
              </a:rPr>
              <a:t>-</a:t>
            </a:r>
            <a:r>
              <a:rPr lang="en-US" altLang="ko-KR" sz="1000" b="1">
                <a:solidFill>
                  <a:srgbClr val="333333"/>
                </a:solidFill>
              </a:rPr>
              <a:t> </a:t>
            </a:r>
            <a:r>
              <a:rPr lang="en-US" altLang="ko-KR" sz="1000">
                <a:solidFill>
                  <a:srgbClr val="333333"/>
                </a:solidFill>
              </a:rPr>
              <a:t>somlib/common_oz.js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EEA649-1FEB-7E9D-2825-89E35D1864A3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>
                <a:latin typeface="맑은 고딕" panose="020B0503020000020004" pitchFamily="50" charset="-127"/>
              </a:rPr>
              <a:t>21) OZ Report </a:t>
            </a:r>
            <a:r>
              <a:rPr lang="ko-KR" altLang="en-US" sz="1400">
                <a:latin typeface="맑은 고딕" panose="020B0503020000020004" pitchFamily="50" charset="-127"/>
              </a:rPr>
              <a:t>호출 수정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46">
            <a:extLst>
              <a:ext uri="{FF2B5EF4-FFF2-40B4-BE49-F238E27FC236}">
                <a16:creationId xmlns:a16="http://schemas.microsoft.com/office/drawing/2014/main" id="{B09F6144-8A8B-7C3D-3555-DDD2FB2C098C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82B347A-D009-4537-DB43-166D55519717}"/>
              </a:ext>
            </a:extLst>
          </p:cNvPr>
          <p:cNvSpPr/>
          <p:nvPr/>
        </p:nvSpPr>
        <p:spPr>
          <a:xfrm>
            <a:off x="381187" y="1552905"/>
            <a:ext cx="8655827" cy="1749804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337069E-680F-C435-BF60-0336253717DF}"/>
              </a:ext>
            </a:extLst>
          </p:cNvPr>
          <p:cNvSpPr/>
          <p:nvPr/>
        </p:nvSpPr>
        <p:spPr>
          <a:xfrm>
            <a:off x="381187" y="3403251"/>
            <a:ext cx="8660797" cy="2526951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1775B71-2F7B-1AE7-22BE-55534949F39D}"/>
              </a:ext>
            </a:extLst>
          </p:cNvPr>
          <p:cNvSpPr/>
          <p:nvPr/>
        </p:nvSpPr>
        <p:spPr>
          <a:xfrm>
            <a:off x="631487" y="1964434"/>
            <a:ext cx="8034815" cy="114344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1363392-B1CF-B296-ED79-F4BAA08F9052}"/>
              </a:ext>
            </a:extLst>
          </p:cNvPr>
          <p:cNvSpPr/>
          <p:nvPr/>
        </p:nvSpPr>
        <p:spPr>
          <a:xfrm>
            <a:off x="631487" y="3807282"/>
            <a:ext cx="4288846" cy="17124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1CE48EC-08E9-3E4B-8A4D-68085D9FD940}"/>
              </a:ext>
            </a:extLst>
          </p:cNvPr>
          <p:cNvSpPr/>
          <p:nvPr/>
        </p:nvSpPr>
        <p:spPr>
          <a:xfrm>
            <a:off x="631487" y="5057398"/>
            <a:ext cx="5943248" cy="68358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874EC-49DF-CD3B-C00E-9B88648EC6CC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FE5E5-8CD0-CD38-F6FE-7712E4B567DD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14FB52A8-96B3-7175-956A-F6D6BB36646D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30208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3EA2D-D9A3-D535-8CE2-61D6C12D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AE5F163-1926-3E61-7F03-6FDFB4356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76" y="1565108"/>
            <a:ext cx="8568748" cy="37340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D9F125-9530-9C3F-6F02-FB285708F510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FAE9CB5-9607-3843-8806-1A273D6CF970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FB8AF2-2361-E2B7-4AB0-1E9B7CFB4399}"/>
              </a:ext>
            </a:extLst>
          </p:cNvPr>
          <p:cNvSpPr txBox="1"/>
          <p:nvPr/>
        </p:nvSpPr>
        <p:spPr>
          <a:xfrm>
            <a:off x="9509760" y="1018651"/>
            <a:ext cx="2521373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전역변수 수정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this.G_OzSplit </a:t>
            </a:r>
            <a:r>
              <a:rPr lang="ko-KR" altLang="ko-KR" sz="1000"/>
              <a:t>→</a:t>
            </a:r>
            <a:r>
              <a:rPr lang="en-US" altLang="ko-KR" sz="1000"/>
              <a:t> com.G_OzSplit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3585B9-5928-1ACD-7B21-85B8B0611F8F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>
                <a:latin typeface="맑은 고딕" panose="020B0503020000020004" pitchFamily="50" charset="-127"/>
              </a:rPr>
              <a:t>22) OZ Report </a:t>
            </a:r>
            <a:r>
              <a:rPr lang="ko-KR" altLang="en-US" sz="1400">
                <a:latin typeface="맑은 고딕" panose="020B0503020000020004" pitchFamily="50" charset="-127"/>
              </a:rPr>
              <a:t>전역변수 수정</a:t>
            </a:r>
            <a:r>
              <a:rPr lang="en-US" altLang="ko-KR" sz="1400">
                <a:latin typeface="맑은 고딕" panose="020B0503020000020004" pitchFamily="50" charset="-127"/>
              </a:rPr>
              <a:t>1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46">
            <a:extLst>
              <a:ext uri="{FF2B5EF4-FFF2-40B4-BE49-F238E27FC236}">
                <a16:creationId xmlns:a16="http://schemas.microsoft.com/office/drawing/2014/main" id="{1F29F98A-89DD-1108-B65F-34E682970C6E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92F3FF3-362B-FD49-EE13-FCA8E441550F}"/>
              </a:ext>
            </a:extLst>
          </p:cNvPr>
          <p:cNvSpPr/>
          <p:nvPr/>
        </p:nvSpPr>
        <p:spPr>
          <a:xfrm>
            <a:off x="384464" y="1552905"/>
            <a:ext cx="8740585" cy="4650467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86C7695-3ED4-F3B2-4431-D3A560C9196E}"/>
              </a:ext>
            </a:extLst>
          </p:cNvPr>
          <p:cNvSpPr/>
          <p:nvPr/>
        </p:nvSpPr>
        <p:spPr>
          <a:xfrm>
            <a:off x="587829" y="4196793"/>
            <a:ext cx="8415895" cy="684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EA21013-8445-94B0-F171-23D90CDAE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069" y="5013773"/>
            <a:ext cx="4472544" cy="944724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1AC615A-467B-BA61-2A7E-82BC358421F9}"/>
              </a:ext>
            </a:extLst>
          </p:cNvPr>
          <p:cNvSpPr/>
          <p:nvPr/>
        </p:nvSpPr>
        <p:spPr>
          <a:xfrm>
            <a:off x="2827070" y="5013773"/>
            <a:ext cx="4472544" cy="95154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30085-1AC0-91E6-E9AB-8067DEA74FCE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95276-D935-1C52-10A4-B1EC0AEA4B1A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2" name="순서도: 연결자 1">
            <a:extLst>
              <a:ext uri="{FF2B5EF4-FFF2-40B4-BE49-F238E27FC236}">
                <a16:creationId xmlns:a16="http://schemas.microsoft.com/office/drawing/2014/main" id="{50C1D52E-BFC1-0BAE-00D2-A540C0A8376D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728938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834F8-AB34-39F0-9FA3-127D8159A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6DE4C0B6-3CAF-319F-1F39-DCE553365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719" y="4854748"/>
            <a:ext cx="6464835" cy="11832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90EF8AB-5959-051F-FC16-63E7C9569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5" y="1580021"/>
            <a:ext cx="8631851" cy="3130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EAB755-C1EA-0E3C-DF6F-18430AE0F5C5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239776D-991E-6CA1-2430-E43141A8B7AD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2EC376-DC1F-62C8-CDFE-42641878BA08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>
                <a:latin typeface="맑은 고딕" panose="020B0503020000020004" pitchFamily="50" charset="-127"/>
              </a:rPr>
              <a:t>23) OZ Report </a:t>
            </a:r>
            <a:r>
              <a:rPr lang="ko-KR" altLang="en-US" sz="1400">
                <a:latin typeface="맑은 고딕" panose="020B0503020000020004" pitchFamily="50" charset="-127"/>
              </a:rPr>
              <a:t>전역변수 수정</a:t>
            </a:r>
            <a:r>
              <a:rPr lang="en-US" altLang="ko-KR" sz="1400">
                <a:latin typeface="맑은 고딕" panose="020B0503020000020004" pitchFamily="50" charset="-127"/>
              </a:rPr>
              <a:t>2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46">
            <a:extLst>
              <a:ext uri="{FF2B5EF4-FFF2-40B4-BE49-F238E27FC236}">
                <a16:creationId xmlns:a16="http://schemas.microsoft.com/office/drawing/2014/main" id="{6664EEB0-D1B4-6CB3-9D37-2E82DDAD66B0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63942A8-1382-D166-163F-674C946AE072}"/>
              </a:ext>
            </a:extLst>
          </p:cNvPr>
          <p:cNvSpPr/>
          <p:nvPr/>
        </p:nvSpPr>
        <p:spPr>
          <a:xfrm>
            <a:off x="542952" y="1899728"/>
            <a:ext cx="8523874" cy="115339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F2351EE-2636-4188-5B62-1C59E6C3C268}"/>
              </a:ext>
            </a:extLst>
          </p:cNvPr>
          <p:cNvSpPr/>
          <p:nvPr/>
        </p:nvSpPr>
        <p:spPr>
          <a:xfrm>
            <a:off x="1564719" y="4854747"/>
            <a:ext cx="6379131" cy="118326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33B8C-EAB5-68D9-0A61-116F741347A3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72CA33-9809-72B4-42B8-0892A60E92A4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Script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수정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-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4882FC-BC7E-ACDD-FFFA-9CED34E3BFBF}"/>
              </a:ext>
            </a:extLst>
          </p:cNvPr>
          <p:cNvSpPr txBox="1"/>
          <p:nvPr/>
        </p:nvSpPr>
        <p:spPr>
          <a:xfrm>
            <a:off x="9509760" y="1018651"/>
            <a:ext cx="2521373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전역변수 수정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this.G_OzDel </a:t>
            </a:r>
            <a:r>
              <a:rPr lang="ko-KR" altLang="ko-KR" sz="1000"/>
              <a:t>→</a:t>
            </a:r>
            <a:r>
              <a:rPr lang="en-US" altLang="ko-KR" sz="1000"/>
              <a:t> com.G_OzDel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9" name="순서도: 연결자 8">
            <a:extLst>
              <a:ext uri="{FF2B5EF4-FFF2-40B4-BE49-F238E27FC236}">
                <a16:creationId xmlns:a16="http://schemas.microsoft.com/office/drawing/2014/main" id="{96B8B582-505A-73CF-D1F7-AD7BC9D961B2}"/>
              </a:ext>
            </a:extLst>
          </p:cNvPr>
          <p:cNvSpPr/>
          <p:nvPr/>
        </p:nvSpPr>
        <p:spPr>
          <a:xfrm>
            <a:off x="366170" y="128088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4D92F5E-2582-70C8-F809-A5E5B05AFE00}"/>
              </a:ext>
            </a:extLst>
          </p:cNvPr>
          <p:cNvSpPr/>
          <p:nvPr/>
        </p:nvSpPr>
        <p:spPr>
          <a:xfrm>
            <a:off x="384464" y="1552905"/>
            <a:ext cx="8740585" cy="4650467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884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6C577-7E4A-5614-38F8-D34C53698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A71FB0-9470-A668-0CDB-48C0EA39499C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D9E947A-F5B0-2E9B-7D10-BC956BD07361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EEA526-E4FF-3AB3-68AF-A3359C09C8F6}"/>
              </a:ext>
            </a:extLst>
          </p:cNvPr>
          <p:cNvSpPr txBox="1"/>
          <p:nvPr/>
        </p:nvSpPr>
        <p:spPr>
          <a:xfrm>
            <a:off x="9509760" y="1018651"/>
            <a:ext cx="2586446" cy="2188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>
                <a:solidFill>
                  <a:srgbClr val="333333"/>
                </a:solidFill>
              </a:rPr>
              <a:t>background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expr</a:t>
            </a:r>
            <a:r>
              <a:rPr lang="ko-KR" altLang="en-US" sz="1000">
                <a:solidFill>
                  <a:srgbClr val="333333"/>
                </a:solidFill>
              </a:rPr>
              <a:t> 사용 불가</a:t>
            </a:r>
            <a:r>
              <a:rPr lang="ko-KR" altLang="ko-KR" sz="1000"/>
              <a:t> → </a:t>
            </a:r>
            <a:r>
              <a:rPr lang="en-US" altLang="ko-KR" sz="1000">
                <a:solidFill>
                  <a:srgbClr val="333333"/>
                </a:solidFill>
              </a:rPr>
              <a:t>cssclass</a:t>
            </a:r>
            <a:r>
              <a:rPr lang="ko-KR" altLang="en-US" sz="1000">
                <a:solidFill>
                  <a:srgbClr val="333333"/>
                </a:solidFill>
              </a:rPr>
              <a:t>로 이동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② </a:t>
            </a:r>
            <a:r>
              <a:rPr lang="en-US" altLang="ko-KR" sz="1000" b="1">
                <a:solidFill>
                  <a:srgbClr val="333333"/>
                </a:solidFill>
              </a:rPr>
              <a:t>expr </a:t>
            </a:r>
            <a:r>
              <a:rPr lang="ko-KR" altLang="en-US" sz="1000" b="1">
                <a:solidFill>
                  <a:srgbClr val="333333"/>
                </a:solidFill>
              </a:rPr>
              <a:t>참조 방식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comp : </a:t>
            </a:r>
            <a:r>
              <a:rPr lang="ko-KR" altLang="en-US" sz="1000">
                <a:solidFill>
                  <a:srgbClr val="333333"/>
                </a:solidFill>
              </a:rPr>
              <a:t>현재 </a:t>
            </a:r>
            <a:r>
              <a:rPr lang="en-US" altLang="ko-KR" sz="1000">
                <a:solidFill>
                  <a:srgbClr val="333333"/>
                </a:solidFill>
              </a:rPr>
              <a:t>Grid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comp.parent : Grid </a:t>
            </a:r>
            <a:r>
              <a:rPr lang="ko-KR" altLang="en-US" sz="1000">
                <a:solidFill>
                  <a:srgbClr val="333333"/>
                </a:solidFill>
              </a:rPr>
              <a:t>상위 </a:t>
            </a:r>
            <a:r>
              <a:rPr lang="en-US" altLang="ko-KR" sz="1000">
                <a:solidFill>
                  <a:srgbClr val="333333"/>
                </a:solidFill>
              </a:rPr>
              <a:t>Form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</a:t>
            </a:r>
            <a:r>
              <a:rPr lang="en-US" altLang="ko-KR" sz="1000" dirty="0">
                <a:solidFill>
                  <a:srgbClr val="333333"/>
                </a:solidFill>
              </a:rPr>
              <a:t>- dataset </a:t>
            </a:r>
            <a:r>
              <a:rPr lang="en-US" altLang="ko-KR" sz="1000">
                <a:solidFill>
                  <a:srgbClr val="333333"/>
                </a:solidFill>
              </a:rPr>
              <a:t>: </a:t>
            </a:r>
            <a:r>
              <a:rPr lang="ko-KR" altLang="en-US" sz="1000">
                <a:solidFill>
                  <a:srgbClr val="333333"/>
                </a:solidFill>
              </a:rPr>
              <a:t>바인딩된 </a:t>
            </a:r>
            <a:r>
              <a:rPr lang="en-US" altLang="ko-KR" sz="1000">
                <a:solidFill>
                  <a:srgbClr val="333333"/>
                </a:solidFill>
              </a:rPr>
              <a:t>Dataset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dataset.parent : Dataset</a:t>
            </a:r>
            <a:r>
              <a:rPr lang="ko-KR" altLang="en-US" sz="1000">
                <a:solidFill>
                  <a:srgbClr val="333333"/>
                </a:solidFill>
              </a:rPr>
              <a:t> </a:t>
            </a:r>
            <a:r>
              <a:rPr lang="en-US" altLang="ko-KR" sz="1000">
                <a:solidFill>
                  <a:srgbClr val="333333"/>
                </a:solidFill>
              </a:rPr>
              <a:t>Form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</a:t>
            </a:r>
            <a:r>
              <a:rPr lang="ko-KR" altLang="ko-KR" sz="1000"/>
              <a:t>※</a:t>
            </a:r>
            <a:r>
              <a:rPr lang="en-US" altLang="ko-KR" sz="1000">
                <a:solidFill>
                  <a:srgbClr val="333333"/>
                </a:solidFill>
              </a:rPr>
              <a:t> Tab/Div </a:t>
            </a:r>
            <a:r>
              <a:rPr lang="ko-KR" altLang="en-US" sz="1000">
                <a:solidFill>
                  <a:srgbClr val="333333"/>
                </a:solidFill>
              </a:rPr>
              <a:t>안 </a:t>
            </a:r>
            <a:r>
              <a:rPr lang="en-US" altLang="ko-KR" sz="1000">
                <a:solidFill>
                  <a:srgbClr val="333333"/>
                </a:solidFill>
              </a:rPr>
              <a:t>Grid</a:t>
            </a:r>
            <a:r>
              <a:rPr lang="ko-KR" altLang="en-US" sz="1000">
                <a:solidFill>
                  <a:srgbClr val="333333"/>
                </a:solidFill>
              </a:rPr>
              <a:t>가 있는 </a:t>
            </a:r>
            <a:r>
              <a:rPr lang="ko-KR" altLang="en-US" sz="1000" dirty="0">
                <a:solidFill>
                  <a:srgbClr val="333333"/>
                </a:solidFill>
              </a:rPr>
              <a:t>경우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dataset.parent</a:t>
            </a:r>
            <a:r>
              <a:rPr lang="ko-KR" altLang="en-US" sz="1000">
                <a:solidFill>
                  <a:srgbClr val="333333"/>
                </a:solidFill>
              </a:rPr>
              <a:t>을 사용하여 </a:t>
            </a:r>
            <a:r>
              <a:rPr lang="en-US" altLang="ko-KR" sz="1000">
                <a:solidFill>
                  <a:srgbClr val="333333"/>
                </a:solidFill>
              </a:rPr>
              <a:t>parent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사용을 줄임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EE6A5B22-030E-3E45-407C-E711718B13EA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418B1-5536-A223-5F1F-8ACB4710872E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1) Expr(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표현식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E4DC31-3D44-6715-4032-0D00C7E52ED3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0E9262-C442-BE9D-2216-247C4ADA1EB3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Grid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8038EE-21CD-F507-993D-D2D25376095C}"/>
              </a:ext>
            </a:extLst>
          </p:cNvPr>
          <p:cNvGrpSpPr/>
          <p:nvPr/>
        </p:nvGrpSpPr>
        <p:grpSpPr>
          <a:xfrm>
            <a:off x="434970" y="1621423"/>
            <a:ext cx="8655827" cy="4265640"/>
            <a:chOff x="6567700" y="3052312"/>
            <a:chExt cx="6080124" cy="299632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EB631E3-90F7-0F27-1456-D652E2E36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700" y="3052313"/>
              <a:ext cx="6080124" cy="2976478"/>
            </a:xfrm>
            <a:prstGeom prst="rect">
              <a:avLst/>
            </a:prstGeom>
          </p:spPr>
        </p:pic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1E0F0BE5-9AE2-F502-7416-5DEF422B286C}"/>
                </a:ext>
              </a:extLst>
            </p:cNvPr>
            <p:cNvSpPr/>
            <p:nvPr/>
          </p:nvSpPr>
          <p:spPr>
            <a:xfrm>
              <a:off x="6567700" y="3052312"/>
              <a:ext cx="6080124" cy="2996320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7BECFAA-508A-40E4-A47A-45CDF758CAE4}"/>
              </a:ext>
            </a:extLst>
          </p:cNvPr>
          <p:cNvSpPr/>
          <p:nvPr/>
        </p:nvSpPr>
        <p:spPr>
          <a:xfrm>
            <a:off x="5921829" y="4577844"/>
            <a:ext cx="3168968" cy="14220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07381B46-EF7C-C5E8-993D-C0BA15CD0EA2}"/>
              </a:ext>
            </a:extLst>
          </p:cNvPr>
          <p:cNvSpPr/>
          <p:nvPr/>
        </p:nvSpPr>
        <p:spPr>
          <a:xfrm>
            <a:off x="5921829" y="4320997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5107235-FF1E-24AA-5470-AA538B94FE35}"/>
              </a:ext>
            </a:extLst>
          </p:cNvPr>
          <p:cNvGrpSpPr/>
          <p:nvPr/>
        </p:nvGrpSpPr>
        <p:grpSpPr>
          <a:xfrm>
            <a:off x="1127216" y="2841788"/>
            <a:ext cx="7243383" cy="282353"/>
            <a:chOff x="5908221" y="3006393"/>
            <a:chExt cx="7243383" cy="28235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EAF3A8C-6BB0-2D79-2D9D-076E8D607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424" t="-70348"/>
            <a:stretch>
              <a:fillRect/>
            </a:stretch>
          </p:blipFill>
          <p:spPr>
            <a:xfrm>
              <a:off x="5908221" y="3006393"/>
              <a:ext cx="7243383" cy="282353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3D41E172-1655-6913-2A33-5025AD02557A}"/>
                </a:ext>
              </a:extLst>
            </p:cNvPr>
            <p:cNvSpPr/>
            <p:nvPr/>
          </p:nvSpPr>
          <p:spPr>
            <a:xfrm>
              <a:off x="5908222" y="3119982"/>
              <a:ext cx="7243382" cy="162413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4B50A4EB-D60F-9353-C954-F0ACEBE1D1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9" t="-7521" r="10010" b="-12085"/>
          <a:stretch>
            <a:fillRect/>
          </a:stretch>
        </p:blipFill>
        <p:spPr>
          <a:xfrm>
            <a:off x="1078965" y="3184084"/>
            <a:ext cx="5748555" cy="211449"/>
          </a:xfrm>
          <a:prstGeom prst="rect">
            <a:avLst/>
          </a:prstGeom>
        </p:spPr>
      </p:pic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CAEE7158-B0D3-571B-6359-E26B74F55DF1}"/>
              </a:ext>
            </a:extLst>
          </p:cNvPr>
          <p:cNvSpPr/>
          <p:nvPr/>
        </p:nvSpPr>
        <p:spPr>
          <a:xfrm>
            <a:off x="1127215" y="2698470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33023A5-15F7-21DF-E390-EC6B0D9F876C}"/>
              </a:ext>
            </a:extLst>
          </p:cNvPr>
          <p:cNvSpPr/>
          <p:nvPr/>
        </p:nvSpPr>
        <p:spPr>
          <a:xfrm>
            <a:off x="1127217" y="3204813"/>
            <a:ext cx="7243382" cy="162413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3911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9528-42A5-EE2D-5D8D-728FEE8AA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1F6667-3493-5738-7BB3-3C3DD00A5BAD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99B89E3-10CC-FD74-FEB5-2B1D899FE970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F6F0D0-8087-382B-39F0-94BC0082D0B8}"/>
              </a:ext>
            </a:extLst>
          </p:cNvPr>
          <p:cNvSpPr txBox="1"/>
          <p:nvPr/>
        </p:nvSpPr>
        <p:spPr>
          <a:xfrm>
            <a:off x="9509760" y="1018651"/>
            <a:ext cx="2521373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CSS </a:t>
            </a:r>
            <a:r>
              <a:rPr lang="ko-KR" altLang="en-US" sz="1000" b="1">
                <a:solidFill>
                  <a:srgbClr val="333333"/>
                </a:solidFill>
              </a:rPr>
              <a:t>클래스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헥스 코드 대신 </a:t>
            </a:r>
            <a:r>
              <a:rPr lang="en-US" altLang="ko-KR" sz="1000">
                <a:solidFill>
                  <a:srgbClr val="333333"/>
                </a:solidFill>
              </a:rPr>
              <a:t>CSS </a:t>
            </a:r>
            <a:r>
              <a:rPr lang="ko-KR" altLang="en-US" sz="1000">
                <a:solidFill>
                  <a:srgbClr val="333333"/>
                </a:solidFill>
              </a:rPr>
              <a:t>클래스명 사용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5828FCA1-F798-CDFA-5299-D4F9CD05CE7F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1218F8C-6A91-BEC1-E4CD-F2448DA7DC3F}"/>
              </a:ext>
            </a:extLst>
          </p:cNvPr>
          <p:cNvGrpSpPr/>
          <p:nvPr/>
        </p:nvGrpSpPr>
        <p:grpSpPr>
          <a:xfrm>
            <a:off x="434970" y="1525623"/>
            <a:ext cx="8655827" cy="1502720"/>
            <a:chOff x="6567700" y="3052312"/>
            <a:chExt cx="6080124" cy="105555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B5C7904-3E16-5E0A-793B-0E53244A2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84770" y="3052312"/>
              <a:ext cx="2820339" cy="1050184"/>
            </a:xfrm>
            <a:prstGeom prst="rect">
              <a:avLst/>
            </a:prstGeom>
          </p:spPr>
        </p:pic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B098F641-2C4A-4927-21D1-ED68076E45C9}"/>
                </a:ext>
              </a:extLst>
            </p:cNvPr>
            <p:cNvSpPr/>
            <p:nvPr/>
          </p:nvSpPr>
          <p:spPr>
            <a:xfrm>
              <a:off x="6567700" y="3052313"/>
              <a:ext cx="6080124" cy="1055557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34444CB-7E9D-BA78-F559-0D6C9A9CB416}"/>
              </a:ext>
            </a:extLst>
          </p:cNvPr>
          <p:cNvGrpSpPr/>
          <p:nvPr/>
        </p:nvGrpSpPr>
        <p:grpSpPr>
          <a:xfrm>
            <a:off x="434970" y="3116384"/>
            <a:ext cx="8655827" cy="1502720"/>
            <a:chOff x="6567700" y="3052312"/>
            <a:chExt cx="6080124" cy="1055558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E3C5A8F-F2DF-7774-862E-34866ED7B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84770" y="3052312"/>
              <a:ext cx="2820337" cy="1050184"/>
            </a:xfrm>
            <a:prstGeom prst="rect">
              <a:avLst/>
            </a:prstGeom>
          </p:spPr>
        </p:pic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380B644-E167-AFED-0424-6BE974F0F915}"/>
                </a:ext>
              </a:extLst>
            </p:cNvPr>
            <p:cNvSpPr/>
            <p:nvPr/>
          </p:nvSpPr>
          <p:spPr>
            <a:xfrm>
              <a:off x="6567700" y="3052313"/>
              <a:ext cx="6080124" cy="1055557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CA5BBDB-B62D-F56B-2593-F1181D251609}"/>
              </a:ext>
            </a:extLst>
          </p:cNvPr>
          <p:cNvSpPr/>
          <p:nvPr/>
        </p:nvSpPr>
        <p:spPr>
          <a:xfrm>
            <a:off x="836528" y="3566183"/>
            <a:ext cx="1027108" cy="15237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447F20F-7C03-FAA9-F950-5FB51BCC72BB}"/>
              </a:ext>
            </a:extLst>
          </p:cNvPr>
          <p:cNvSpPr/>
          <p:nvPr/>
        </p:nvSpPr>
        <p:spPr>
          <a:xfrm>
            <a:off x="836528" y="3986503"/>
            <a:ext cx="1027108" cy="15237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E2FD275-9460-9B1C-0C35-D0E6F2222195}"/>
              </a:ext>
            </a:extLst>
          </p:cNvPr>
          <p:cNvSpPr/>
          <p:nvPr/>
        </p:nvSpPr>
        <p:spPr>
          <a:xfrm>
            <a:off x="630103" y="4263157"/>
            <a:ext cx="1027108" cy="15237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05503B1-5FEF-779F-6A2E-95E67387D3F3}"/>
              </a:ext>
            </a:extLst>
          </p:cNvPr>
          <p:cNvSpPr/>
          <p:nvPr/>
        </p:nvSpPr>
        <p:spPr>
          <a:xfrm>
            <a:off x="832170" y="1976863"/>
            <a:ext cx="1027108" cy="15237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363C7FC-9120-B361-881B-56539B834824}"/>
              </a:ext>
            </a:extLst>
          </p:cNvPr>
          <p:cNvSpPr/>
          <p:nvPr/>
        </p:nvSpPr>
        <p:spPr>
          <a:xfrm>
            <a:off x="832170" y="2397183"/>
            <a:ext cx="1027108" cy="15237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D5DEDD4-EB42-2CC6-8715-82654EC74024}"/>
              </a:ext>
            </a:extLst>
          </p:cNvPr>
          <p:cNvSpPr/>
          <p:nvPr/>
        </p:nvSpPr>
        <p:spPr>
          <a:xfrm>
            <a:off x="625745" y="2673837"/>
            <a:ext cx="1027108" cy="15237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9EAA7D-1EF8-7174-8F44-C5E669968040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47B362-874B-AD39-0BCB-62E6DAC197F7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Grid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7A7970-E2FF-AFD4-930C-9DB33E4BCFA1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1) Expr(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표현식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7" name="순서도: 연결자 16">
            <a:extLst>
              <a:ext uri="{FF2B5EF4-FFF2-40B4-BE49-F238E27FC236}">
                <a16:creationId xmlns:a16="http://schemas.microsoft.com/office/drawing/2014/main" id="{5F3767E8-21A7-4F75-4F3D-C643697AAB57}"/>
              </a:ext>
            </a:extLst>
          </p:cNvPr>
          <p:cNvSpPr/>
          <p:nvPr/>
        </p:nvSpPr>
        <p:spPr>
          <a:xfrm>
            <a:off x="430287" y="1278971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771987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3CFAE-EF49-30B0-C36E-F67BA6DA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95EB45AB-135E-3B55-1CB0-A55C560E4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1625462"/>
            <a:ext cx="8634384" cy="207837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985F217-E415-7EE8-8F41-DEB75B764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14" y="3713190"/>
            <a:ext cx="8634384" cy="21473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833BAA-7461-3993-B8CD-95F7B00340F0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F85CC1C-460B-6349-2F85-2DB28EE9CFFE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6781AC-2B6F-F9EA-72A1-55112AC45B2A}"/>
              </a:ext>
            </a:extLst>
          </p:cNvPr>
          <p:cNvSpPr txBox="1"/>
          <p:nvPr/>
        </p:nvSpPr>
        <p:spPr>
          <a:xfrm>
            <a:off x="9509760" y="1018651"/>
            <a:ext cx="2586446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cssclass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공통 함수 확인 후 적용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B737D906-D4CD-A737-6AE8-67481F2699F5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968C623-A808-B21D-E517-0D490388F690}"/>
              </a:ext>
            </a:extLst>
          </p:cNvPr>
          <p:cNvSpPr/>
          <p:nvPr/>
        </p:nvSpPr>
        <p:spPr>
          <a:xfrm>
            <a:off x="434970" y="1621423"/>
            <a:ext cx="8655827" cy="426564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02C07FB-FBCB-CF2F-D0C6-CE1AA9EFAFA3}"/>
              </a:ext>
            </a:extLst>
          </p:cNvPr>
          <p:cNvSpPr/>
          <p:nvPr/>
        </p:nvSpPr>
        <p:spPr>
          <a:xfrm>
            <a:off x="4722193" y="2188632"/>
            <a:ext cx="4291177" cy="16025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FD78E8A-DB04-F16C-7ED8-33E7D0BABE4B}"/>
              </a:ext>
            </a:extLst>
          </p:cNvPr>
          <p:cNvSpPr/>
          <p:nvPr/>
        </p:nvSpPr>
        <p:spPr>
          <a:xfrm>
            <a:off x="4794937" y="4301188"/>
            <a:ext cx="4291177" cy="16025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E337FF25-42D1-4222-19EE-877EC0870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534" y="2427376"/>
            <a:ext cx="3201155" cy="112009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067B98FA-C821-1D49-1CE4-6E0D4B2525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533" y="4594814"/>
            <a:ext cx="3201155" cy="1132340"/>
          </a:xfrm>
          <a:prstGeom prst="rect">
            <a:avLst/>
          </a:prstGeom>
        </p:spPr>
      </p:pic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F108595-A2CC-7BD5-CDBC-D9A5FBF17B6B}"/>
              </a:ext>
            </a:extLst>
          </p:cNvPr>
          <p:cNvSpPr/>
          <p:nvPr/>
        </p:nvSpPr>
        <p:spPr>
          <a:xfrm>
            <a:off x="5227293" y="4798543"/>
            <a:ext cx="3115520" cy="16534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8C7F728-3ACE-56CA-C558-301EC002E498}"/>
              </a:ext>
            </a:extLst>
          </p:cNvPr>
          <p:cNvSpPr/>
          <p:nvPr/>
        </p:nvSpPr>
        <p:spPr>
          <a:xfrm>
            <a:off x="5222936" y="2634457"/>
            <a:ext cx="3115520" cy="16534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EB9F39-3925-8075-5A9B-7BBDCDA04157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5E6F8-06F8-09F0-C12B-6C8B2A2656DD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Grid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9D67A4-56C9-AB3B-A3C5-31FBEE7804C4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1) Expr(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표현식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E942748D-4715-2F26-19E4-7CC7EDC56C9E}"/>
              </a:ext>
            </a:extLst>
          </p:cNvPr>
          <p:cNvSpPr/>
          <p:nvPr/>
        </p:nvSpPr>
        <p:spPr>
          <a:xfrm>
            <a:off x="434970" y="1361150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414057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1840E-65C6-1DDB-4225-FF561FE2C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63CA44F-2E7B-DAD7-F8F3-DC8C9BAC9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70" y="1540065"/>
            <a:ext cx="8651144" cy="1488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62A76F-50BA-0AEE-AE5E-CE5965115931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C5DFBC1-5588-EF14-920B-5FD0280D3C8D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C4EBE5-EA5A-3D42-E16A-856B2974E77D}"/>
              </a:ext>
            </a:extLst>
          </p:cNvPr>
          <p:cNvSpPr txBox="1"/>
          <p:nvPr/>
        </p:nvSpPr>
        <p:spPr>
          <a:xfrm>
            <a:off x="9509760" y="1018651"/>
            <a:ext cx="2586446" cy="1611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cssclass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스크립트 내 함수 확인 후 수정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② </a:t>
            </a:r>
            <a:r>
              <a:rPr lang="en-US" altLang="ko-KR" sz="1000" b="1">
                <a:solidFill>
                  <a:srgbClr val="333333"/>
                </a:solidFill>
              </a:rPr>
              <a:t>cssclass </a:t>
            </a:r>
            <a:r>
              <a:rPr lang="ko-KR" altLang="en-US" sz="1000" b="1">
                <a:solidFill>
                  <a:srgbClr val="333333"/>
                </a:solidFill>
              </a:rPr>
              <a:t>속성 </a:t>
            </a:r>
            <a:r>
              <a:rPr lang="en-US" altLang="ko-KR" sz="1000" b="1">
                <a:solidFill>
                  <a:srgbClr val="333333"/>
                </a:solidFill>
              </a:rPr>
              <a:t>expr</a:t>
            </a:r>
          </a:p>
          <a:p>
            <a:pPr marL="144000">
              <a:lnSpc>
                <a:spcPts val="1500"/>
              </a:lnSpc>
            </a:pPr>
            <a:r>
              <a:rPr lang="ko-KR" altLang="en-US" sz="100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함수 호출 대신 </a:t>
            </a:r>
            <a:r>
              <a:rPr lang="en-US" altLang="ko-KR" sz="1000">
                <a:solidFill>
                  <a:srgbClr val="333333"/>
                </a:solidFill>
              </a:rPr>
              <a:t>cssclass </a:t>
            </a:r>
            <a:r>
              <a:rPr lang="ko-KR" altLang="en-US" sz="1000">
                <a:solidFill>
                  <a:srgbClr val="333333"/>
                </a:solidFill>
              </a:rPr>
              <a:t>속성에 </a:t>
            </a: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expr</a:t>
            </a:r>
            <a:r>
              <a:rPr lang="ko-KR" altLang="en-US" sz="1000">
                <a:solidFill>
                  <a:srgbClr val="333333"/>
                </a:solidFill>
              </a:rPr>
              <a:t> 직접 적용 가능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ko-KR" altLang="en-US" sz="100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기존 </a:t>
            </a:r>
            <a:r>
              <a:rPr lang="en-US" altLang="ko-KR" sz="1000">
                <a:solidFill>
                  <a:srgbClr val="333333"/>
                </a:solidFill>
              </a:rPr>
              <a:t>fnTcTypeChangeBkColor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함수 제거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9662DE78-8735-AE6D-9B41-DACBEDB22AFD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F30F561-96A2-D7BF-48C3-368A3691A524}"/>
              </a:ext>
            </a:extLst>
          </p:cNvPr>
          <p:cNvSpPr/>
          <p:nvPr/>
        </p:nvSpPr>
        <p:spPr>
          <a:xfrm>
            <a:off x="434970" y="1534333"/>
            <a:ext cx="8655827" cy="1494382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6D4DE3F1-13D5-EF91-C4C3-ED9F8B36D93A}"/>
              </a:ext>
            </a:extLst>
          </p:cNvPr>
          <p:cNvSpPr/>
          <p:nvPr/>
        </p:nvSpPr>
        <p:spPr>
          <a:xfrm>
            <a:off x="430287" y="1278971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7454D62-C0C8-5695-766C-316954276EA5}"/>
              </a:ext>
            </a:extLst>
          </p:cNvPr>
          <p:cNvSpPr/>
          <p:nvPr/>
        </p:nvSpPr>
        <p:spPr>
          <a:xfrm>
            <a:off x="5808617" y="1659574"/>
            <a:ext cx="3115520" cy="16534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A598BFE-D555-F9C6-A64C-5961682B4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58" y="3148225"/>
            <a:ext cx="5479958" cy="1043802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93FBC60-0091-67E9-3399-2362FC020218}"/>
              </a:ext>
            </a:extLst>
          </p:cNvPr>
          <p:cNvSpPr/>
          <p:nvPr/>
        </p:nvSpPr>
        <p:spPr>
          <a:xfrm>
            <a:off x="586558" y="3381210"/>
            <a:ext cx="5365658" cy="6944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143F6DC-D504-79DA-94DF-16B97CD710EC}"/>
              </a:ext>
            </a:extLst>
          </p:cNvPr>
          <p:cNvSpPr/>
          <p:nvPr/>
        </p:nvSpPr>
        <p:spPr>
          <a:xfrm>
            <a:off x="430287" y="3109109"/>
            <a:ext cx="8655827" cy="113400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9222C30-B38A-3235-F9BD-A29D791C5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88" y="4652622"/>
            <a:ext cx="8660510" cy="1438122"/>
          </a:xfrm>
          <a:prstGeom prst="rect">
            <a:avLst/>
          </a:prstGeom>
        </p:spPr>
      </p:pic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4ED1F87-9F47-1847-A5FC-9D942FF7B38D}"/>
              </a:ext>
            </a:extLst>
          </p:cNvPr>
          <p:cNvSpPr/>
          <p:nvPr/>
        </p:nvSpPr>
        <p:spPr>
          <a:xfrm>
            <a:off x="430287" y="4652621"/>
            <a:ext cx="8655827" cy="1438121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5F248AF-150B-4A15-FCAC-AA95949B86D0}"/>
              </a:ext>
            </a:extLst>
          </p:cNvPr>
          <p:cNvSpPr/>
          <p:nvPr/>
        </p:nvSpPr>
        <p:spPr>
          <a:xfrm>
            <a:off x="472258" y="4883320"/>
            <a:ext cx="8009891" cy="24703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3" name="순서도: 연결자 32">
            <a:extLst>
              <a:ext uri="{FF2B5EF4-FFF2-40B4-BE49-F238E27FC236}">
                <a16:creationId xmlns:a16="http://schemas.microsoft.com/office/drawing/2014/main" id="{8DFB900A-75B3-7E83-6B52-A83BFC57589A}"/>
              </a:ext>
            </a:extLst>
          </p:cNvPr>
          <p:cNvSpPr/>
          <p:nvPr/>
        </p:nvSpPr>
        <p:spPr>
          <a:xfrm>
            <a:off x="430287" y="4401653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2</a:t>
            </a:r>
            <a:endParaRPr lang="en-US" altLang="ko-KR" sz="1200" b="1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92BDF8D9-74E5-398B-C005-6F0388198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189" y="3383378"/>
            <a:ext cx="3059698" cy="694400"/>
          </a:xfrm>
          <a:prstGeom prst="rect">
            <a:avLst/>
          </a:prstGeom>
        </p:spPr>
      </p:pic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F01019D-B8DB-A47B-E0CA-FB1CE94006E6}"/>
              </a:ext>
            </a:extLst>
          </p:cNvPr>
          <p:cNvSpPr/>
          <p:nvPr/>
        </p:nvSpPr>
        <p:spPr>
          <a:xfrm>
            <a:off x="5952216" y="3381795"/>
            <a:ext cx="3059698" cy="6944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F817FF-3430-0A25-CE97-1FC2F1B9BB8B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D1620C-6559-B662-B26D-AE12A95A2888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Grid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D86CC-6165-3D29-6E14-DA1B0B4D13A9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1) Expr(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표현식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367751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27D75-1D46-B565-F7D4-01CCE435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C77B37F5-0621-A3B6-7C51-5AD81F706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41" y="3291173"/>
            <a:ext cx="3227313" cy="130543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611C43E-E0A3-8A42-E5CC-F2E1E0B5D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1" y="1523947"/>
            <a:ext cx="8651144" cy="15797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33383D-439C-4D3D-AB21-593ECF4E4C67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F7BF238-D5F3-0E79-0F8E-A11AEF068FFF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AF24E8-7EF2-BF96-A6E0-31B83ED37DF5}"/>
              </a:ext>
            </a:extLst>
          </p:cNvPr>
          <p:cNvSpPr txBox="1"/>
          <p:nvPr/>
        </p:nvSpPr>
        <p:spPr>
          <a:xfrm>
            <a:off x="9509760" y="1018651"/>
            <a:ext cx="2586446" cy="64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edittype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스크립트 내 함수 확인 후</a:t>
            </a:r>
            <a:r>
              <a:rPr lang="en-US" altLang="ko-KR" sz="1000">
                <a:solidFill>
                  <a:srgbClr val="333333"/>
                </a:solidFill>
              </a:rPr>
              <a:t> 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</a:t>
            </a:r>
            <a:r>
              <a:rPr lang="ko-KR" altLang="en-US" sz="1000">
                <a:solidFill>
                  <a:srgbClr val="333333"/>
                </a:solidFill>
              </a:rPr>
              <a:t>유효값으로</a:t>
            </a:r>
            <a:r>
              <a:rPr lang="en-US" altLang="ko-KR" sz="1000">
                <a:solidFill>
                  <a:srgbClr val="333333"/>
                </a:solidFill>
              </a:rPr>
              <a:t> </a:t>
            </a:r>
            <a:r>
              <a:rPr lang="ko-KR" altLang="en-US" sz="1000">
                <a:solidFill>
                  <a:srgbClr val="333333"/>
                </a:solidFill>
              </a:rPr>
              <a:t>변경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A4857758-8554-8C85-B0B5-1641B55A70FE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1E433E7-C57A-09B2-3059-E38F2A38B202}"/>
              </a:ext>
            </a:extLst>
          </p:cNvPr>
          <p:cNvSpPr/>
          <p:nvPr/>
        </p:nvSpPr>
        <p:spPr>
          <a:xfrm>
            <a:off x="434970" y="1523639"/>
            <a:ext cx="8655827" cy="1577702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07457AE-CB6C-9685-D87D-7EBE919DBE0B}"/>
              </a:ext>
            </a:extLst>
          </p:cNvPr>
          <p:cNvSpPr/>
          <p:nvPr/>
        </p:nvSpPr>
        <p:spPr>
          <a:xfrm>
            <a:off x="6059008" y="2782870"/>
            <a:ext cx="2927830" cy="16534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721DC44-3C84-6C11-AE6F-200FEA651B2C}"/>
              </a:ext>
            </a:extLst>
          </p:cNvPr>
          <p:cNvSpPr/>
          <p:nvPr/>
        </p:nvSpPr>
        <p:spPr>
          <a:xfrm>
            <a:off x="434970" y="3242465"/>
            <a:ext cx="8655827" cy="1390502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70F82F3-26F3-737B-8941-70E3CEBCA5DF}"/>
              </a:ext>
            </a:extLst>
          </p:cNvPr>
          <p:cNvSpPr/>
          <p:nvPr/>
        </p:nvSpPr>
        <p:spPr>
          <a:xfrm>
            <a:off x="848587" y="3668657"/>
            <a:ext cx="948463" cy="18525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571D959-C977-9B9F-1B96-FFE32F106998}"/>
              </a:ext>
            </a:extLst>
          </p:cNvPr>
          <p:cNvSpPr/>
          <p:nvPr/>
        </p:nvSpPr>
        <p:spPr>
          <a:xfrm>
            <a:off x="848587" y="4062357"/>
            <a:ext cx="948463" cy="18525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521F9939-0CDE-7426-F86E-8940CC094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58" y="4734877"/>
            <a:ext cx="3227313" cy="1344115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EB036E3-0377-1F1E-19A2-57674723E374}"/>
              </a:ext>
            </a:extLst>
          </p:cNvPr>
          <p:cNvSpPr/>
          <p:nvPr/>
        </p:nvSpPr>
        <p:spPr>
          <a:xfrm>
            <a:off x="825773" y="5119463"/>
            <a:ext cx="948463" cy="18525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AF1C78C-A536-7DC4-1E39-19AD8CEC34E3}"/>
              </a:ext>
            </a:extLst>
          </p:cNvPr>
          <p:cNvSpPr/>
          <p:nvPr/>
        </p:nvSpPr>
        <p:spPr>
          <a:xfrm>
            <a:off x="825773" y="5513163"/>
            <a:ext cx="948463" cy="18525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CA33ED9C-B653-760F-E9D6-65C875B9A412}"/>
              </a:ext>
            </a:extLst>
          </p:cNvPr>
          <p:cNvSpPr/>
          <p:nvPr/>
        </p:nvSpPr>
        <p:spPr>
          <a:xfrm>
            <a:off x="429116" y="4688490"/>
            <a:ext cx="8655827" cy="1390502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DED592-DA04-E495-5610-5816DCDF3341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D0A7A-7E82-5694-DD44-DCCF7796937F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Grid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0C50C-7594-4DB4-5F95-A12801A7B74E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1) Expr(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표현식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C60D799B-29BE-8035-2AF1-6004336609E8}"/>
              </a:ext>
            </a:extLst>
          </p:cNvPr>
          <p:cNvSpPr/>
          <p:nvPr/>
        </p:nvSpPr>
        <p:spPr>
          <a:xfrm>
            <a:off x="430287" y="1278971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772067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D3989-9560-F9F1-FD02-A0C889DE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C6693B50-3103-EE9C-3FC4-2EC18D4FC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83" y="1525623"/>
            <a:ext cx="8626615" cy="44075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1D64CA-525C-9A8F-D4AC-C4D4442F145E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B608FB7-6847-54CF-2206-991A3ED3EB1A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CC224C-5E76-0F85-A69A-843CDB4ECB85}"/>
              </a:ext>
            </a:extLst>
          </p:cNvPr>
          <p:cNvSpPr txBox="1"/>
          <p:nvPr/>
        </p:nvSpPr>
        <p:spPr>
          <a:xfrm>
            <a:off x="9509760" y="1018651"/>
            <a:ext cx="2521373" cy="64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displaytype</a:t>
            </a:r>
            <a:r>
              <a:rPr lang="en-US" altLang="ko-KR" sz="1000">
                <a:solidFill>
                  <a:srgbClr val="333333"/>
                </a:solidFill>
              </a:rPr>
              <a:t> 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combo :</a:t>
            </a:r>
            <a:r>
              <a:rPr lang="ko-KR" altLang="en-US" sz="1000">
                <a:solidFill>
                  <a:srgbClr val="333333"/>
                </a:solidFill>
              </a:rPr>
              <a:t> </a:t>
            </a:r>
            <a:r>
              <a:rPr lang="en-US" altLang="ko-KR" sz="1000">
                <a:solidFill>
                  <a:srgbClr val="333333"/>
                </a:solidFill>
              </a:rPr>
              <a:t>combotext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</a:t>
            </a:r>
            <a:r>
              <a:rPr lang="en-US" altLang="ko-KR" sz="1000" dirty="0">
                <a:solidFill>
                  <a:srgbClr val="333333"/>
                </a:solidFill>
              </a:rPr>
              <a:t>- checkbox : </a:t>
            </a:r>
            <a:r>
              <a:rPr lang="en-US" altLang="ko-KR" sz="1000" dirty="0" err="1">
                <a:solidFill>
                  <a:srgbClr val="333333"/>
                </a:solidFill>
              </a:rPr>
              <a:t>checkboxcontrol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1D03EFFE-5094-0400-A75B-518D0EBEBF03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256252-E51A-FCA6-464F-A03B61D9BA15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Display Type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9BC0553-2A5F-1659-BAF6-FFDE5B8AD364}"/>
              </a:ext>
            </a:extLst>
          </p:cNvPr>
          <p:cNvSpPr/>
          <p:nvPr/>
        </p:nvSpPr>
        <p:spPr>
          <a:xfrm>
            <a:off x="6493954" y="4136571"/>
            <a:ext cx="1532206" cy="31350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7C994-E096-2742-31E5-457D7E55C68B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5D9C9-665F-18B8-44FF-991C087B40A5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Grid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5A84572-1834-4B5E-EC60-C6908BB35FEA}"/>
              </a:ext>
            </a:extLst>
          </p:cNvPr>
          <p:cNvSpPr/>
          <p:nvPr/>
        </p:nvSpPr>
        <p:spPr>
          <a:xfrm>
            <a:off x="360603" y="1525623"/>
            <a:ext cx="8826938" cy="4474582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52C666D8-C59F-2E54-1E03-8A14AEF08A34}"/>
              </a:ext>
            </a:extLst>
          </p:cNvPr>
          <p:cNvSpPr/>
          <p:nvPr/>
        </p:nvSpPr>
        <p:spPr>
          <a:xfrm>
            <a:off x="6493954" y="3877292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749468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F93DA-45DA-72B3-D476-423EDCDBE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59A98EC-2393-ABB7-C01D-EA66E33D1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03" y="1546609"/>
            <a:ext cx="8826938" cy="35032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39E64D-4680-4015-E95F-81C652E8CDA7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A1EA510-E70D-848C-B0E1-B3ABCF38DC22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189B3C-4E38-7D04-86AB-4CF8C684AD1B}"/>
              </a:ext>
            </a:extLst>
          </p:cNvPr>
          <p:cNvSpPr txBox="1"/>
          <p:nvPr/>
        </p:nvSpPr>
        <p:spPr>
          <a:xfrm>
            <a:off x="9509760" y="1018651"/>
            <a:ext cx="2521373" cy="1226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sort</a:t>
            </a:r>
            <a:r>
              <a:rPr lang="en-US" altLang="ko-KR" sz="1000">
                <a:solidFill>
                  <a:srgbClr val="333333"/>
                </a:solidFill>
              </a:rPr>
              <a:t> 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</a:t>
            </a:r>
            <a:r>
              <a:rPr lang="en-US" altLang="ko-KR" sz="1000">
                <a:solidFill>
                  <a:srgbClr val="333333"/>
                </a:solidFill>
              </a:rPr>
              <a:t>- </a:t>
            </a:r>
            <a:r>
              <a:rPr lang="ko-KR" altLang="en-US" sz="1000">
                <a:solidFill>
                  <a:srgbClr val="333333"/>
                </a:solidFill>
              </a:rPr>
              <a:t>그리드 </a:t>
            </a:r>
            <a:r>
              <a:rPr lang="en-US" altLang="ko-KR" sz="1000">
                <a:solidFill>
                  <a:srgbClr val="333333"/>
                </a:solidFill>
              </a:rPr>
              <a:t>sort </a:t>
            </a:r>
            <a:r>
              <a:rPr lang="ko-KR" altLang="en-US" sz="1000">
                <a:solidFill>
                  <a:srgbClr val="333333"/>
                </a:solidFill>
              </a:rPr>
              <a:t>기능 </a:t>
            </a:r>
            <a:r>
              <a:rPr lang="ko-KR" altLang="ko-KR" sz="1000"/>
              <a:t>→ </a:t>
            </a:r>
            <a:r>
              <a:rPr lang="en-US" altLang="ko-KR" sz="1000">
                <a:solidFill>
                  <a:srgbClr val="333333"/>
                </a:solidFill>
              </a:rPr>
              <a:t>takegrid</a:t>
            </a:r>
            <a:r>
              <a:rPr lang="ko-KR" altLang="en-US" sz="1000">
                <a:solidFill>
                  <a:srgbClr val="333333"/>
                </a:solidFill>
              </a:rPr>
              <a:t> 대체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- onheadclick </a:t>
            </a:r>
            <a:r>
              <a:rPr lang="ko-KR" altLang="en-US" sz="1000">
                <a:solidFill>
                  <a:srgbClr val="333333"/>
                </a:solidFill>
              </a:rPr>
              <a:t>이벤트 제거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② </a:t>
            </a:r>
            <a:r>
              <a:rPr lang="en-US" altLang="ko-KR" sz="1000" b="1">
                <a:solidFill>
                  <a:srgbClr val="333333"/>
                </a:solidFill>
              </a:rPr>
              <a:t>takegrid </a:t>
            </a:r>
            <a:r>
              <a:rPr lang="ko-KR" altLang="en-US" sz="1000" b="1">
                <a:solidFill>
                  <a:srgbClr val="333333"/>
                </a:solidFill>
              </a:rPr>
              <a:t>참조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</a:t>
            </a:r>
            <a:r>
              <a:rPr lang="en-US" altLang="ko-KR" sz="1000"/>
              <a:t>- guide::sample/smpGrid00.xfdl</a:t>
            </a:r>
            <a:endParaRPr lang="en-US" altLang="ko-KR" sz="1000" dirty="0"/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24E97F9E-3C60-B8BC-316B-EE52803F638E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889468-1F75-BD33-6479-313E76C8A3C2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) Sort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70653B8-EFCB-F014-B03E-EB3549995C97}"/>
              </a:ext>
            </a:extLst>
          </p:cNvPr>
          <p:cNvSpPr/>
          <p:nvPr/>
        </p:nvSpPr>
        <p:spPr>
          <a:xfrm>
            <a:off x="6311074" y="4638428"/>
            <a:ext cx="2794826" cy="12275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4175F-DF4B-44C4-CDB6-EB59C580B395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FCBD9-7689-E981-A68C-A02695FBE268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Grid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86FC589-FAFA-5145-9767-E473C1FF53B1}"/>
              </a:ext>
            </a:extLst>
          </p:cNvPr>
          <p:cNvSpPr/>
          <p:nvPr/>
        </p:nvSpPr>
        <p:spPr>
          <a:xfrm>
            <a:off x="360603" y="1544580"/>
            <a:ext cx="8826938" cy="3503277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6BCF312-28DB-3B52-7846-D24A02DF3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85" y="5176059"/>
            <a:ext cx="4214987" cy="684700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DA303E5-C29F-AF29-9C83-070E08FBB702}"/>
              </a:ext>
            </a:extLst>
          </p:cNvPr>
          <p:cNvSpPr/>
          <p:nvPr/>
        </p:nvSpPr>
        <p:spPr>
          <a:xfrm>
            <a:off x="1018457" y="5158639"/>
            <a:ext cx="4308763" cy="756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019A645-E11F-D2A2-C589-8932B7D63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855" y="5153695"/>
            <a:ext cx="2885051" cy="1005899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CADAC55-7CFC-2065-7394-3DF765367876}"/>
              </a:ext>
            </a:extLst>
          </p:cNvPr>
          <p:cNvSpPr/>
          <p:nvPr/>
        </p:nvSpPr>
        <p:spPr>
          <a:xfrm>
            <a:off x="5489855" y="5153695"/>
            <a:ext cx="2885051" cy="100589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DA36C807-3623-2E3E-EF86-C991497FD3C1}"/>
              </a:ext>
            </a:extLst>
          </p:cNvPr>
          <p:cNvSpPr/>
          <p:nvPr/>
        </p:nvSpPr>
        <p:spPr>
          <a:xfrm>
            <a:off x="357958" y="128344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006573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E26FB-920E-41C4-FACE-038DF1256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56A5D79-2F1A-EA85-59A3-5AEBB9DB8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75" y="1189668"/>
            <a:ext cx="3835839" cy="145634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00283B3-542A-C882-2983-824A4CA21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39" y="2692099"/>
            <a:ext cx="6722911" cy="209089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421DC9D-A1E8-ECCC-F54F-822852C67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38" y="4826952"/>
            <a:ext cx="4091554" cy="14652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83341B-AEC8-E947-5165-2B087C5B26A7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F4A3CDA-2C79-1C89-0E86-60297BA95C5C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594C2D-F08A-0B17-6E8E-361B2A04CB23}"/>
              </a:ext>
            </a:extLst>
          </p:cNvPr>
          <p:cNvSpPr txBox="1"/>
          <p:nvPr/>
        </p:nvSpPr>
        <p:spPr>
          <a:xfrm>
            <a:off x="9509760" y="1018651"/>
            <a:ext cx="2521373" cy="1418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대상 함수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- takeval</a:t>
            </a:r>
            <a:r>
              <a:rPr lang="en-US" altLang="ko-KR" sz="1000" dirty="0" err="1">
                <a:solidFill>
                  <a:srgbClr val="333333"/>
                </a:solidFill>
              </a:rPr>
              <a:t>.check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-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>
                <a:solidFill>
                  <a:srgbClr val="333333"/>
                </a:solidFill>
              </a:rPr>
              <a:t>takeval</a:t>
            </a:r>
            <a:r>
              <a:rPr lang="en-US" altLang="ko-KR" sz="1000" dirty="0" err="1">
                <a:solidFill>
                  <a:srgbClr val="333333"/>
                </a:solidFill>
              </a:rPr>
              <a:t>.checkValidation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-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>
                <a:solidFill>
                  <a:srgbClr val="333333"/>
                </a:solidFill>
              </a:rPr>
              <a:t>takeval</a:t>
            </a:r>
            <a:r>
              <a:rPr lang="en-US" altLang="ko-KR" sz="1000" err="1">
                <a:solidFill>
                  <a:srgbClr val="333333"/>
                </a:solidFill>
              </a:rPr>
              <a:t>.</a:t>
            </a:r>
            <a:r>
              <a:rPr lang="en-US" altLang="ko-KR" sz="1000">
                <a:solidFill>
                  <a:srgbClr val="333333"/>
                </a:solidFill>
              </a:rPr>
              <a:t>checkComp</a:t>
            </a:r>
          </a:p>
          <a:p>
            <a:pPr marL="144000">
              <a:lnSpc>
                <a:spcPts val="1500"/>
              </a:lnSpc>
            </a:pPr>
            <a:endParaRPr lang="en-US" altLang="ko-KR" sz="100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② 파일 위치 참조</a:t>
            </a:r>
            <a:endParaRPr lang="en-US" altLang="ko-KR" sz="1000" b="1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b="1">
                <a:solidFill>
                  <a:srgbClr val="333333"/>
                </a:solidFill>
              </a:rPr>
              <a:t>   </a:t>
            </a:r>
            <a:r>
              <a:rPr lang="en-US" altLang="ko-KR" sz="1000">
                <a:solidFill>
                  <a:srgbClr val="333333"/>
                </a:solidFill>
              </a:rPr>
              <a:t>- takelib/takeval.js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D6C9B3-7C83-8AB4-DA76-0F93AE8F47F6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5.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A1DED4-6C55-AC92-EE9E-410AE3F154FC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takeval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변동사항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709EB8-47C9-4540-C7F0-BAFD6AB1D905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대상 함수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46">
            <a:extLst>
              <a:ext uri="{FF2B5EF4-FFF2-40B4-BE49-F238E27FC236}">
                <a16:creationId xmlns:a16="http://schemas.microsoft.com/office/drawing/2014/main" id="{02A6F8E7-DD34-4A58-2470-79207DCBCAE9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F9CB125-2A67-D1B1-9C42-4F4EA5A00307}"/>
              </a:ext>
            </a:extLst>
          </p:cNvPr>
          <p:cNvSpPr/>
          <p:nvPr/>
        </p:nvSpPr>
        <p:spPr>
          <a:xfrm>
            <a:off x="393700" y="4483523"/>
            <a:ext cx="1733550" cy="16183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B069D21-79E3-2B46-10B4-3CA82E8773BA}"/>
              </a:ext>
            </a:extLst>
          </p:cNvPr>
          <p:cNvSpPr/>
          <p:nvPr/>
        </p:nvSpPr>
        <p:spPr>
          <a:xfrm>
            <a:off x="381000" y="5980147"/>
            <a:ext cx="1473200" cy="16183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BDF174B-363E-585C-D6B0-52981FB6CD6D}"/>
              </a:ext>
            </a:extLst>
          </p:cNvPr>
          <p:cNvSpPr/>
          <p:nvPr/>
        </p:nvSpPr>
        <p:spPr>
          <a:xfrm>
            <a:off x="393700" y="2341597"/>
            <a:ext cx="1238250" cy="16183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E53D68B-1545-D8D5-BFC5-7B731FE2737A}"/>
              </a:ext>
            </a:extLst>
          </p:cNvPr>
          <p:cNvSpPr/>
          <p:nvPr/>
        </p:nvSpPr>
        <p:spPr>
          <a:xfrm>
            <a:off x="360603" y="1192048"/>
            <a:ext cx="8826939" cy="1453965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B17C78E-537F-CE57-35E3-B98B83D82479}"/>
              </a:ext>
            </a:extLst>
          </p:cNvPr>
          <p:cNvSpPr/>
          <p:nvPr/>
        </p:nvSpPr>
        <p:spPr>
          <a:xfrm>
            <a:off x="360603" y="2702018"/>
            <a:ext cx="8826939" cy="2080528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64164FC5-707F-2848-199B-AF93166DEE23}"/>
              </a:ext>
            </a:extLst>
          </p:cNvPr>
          <p:cNvSpPr/>
          <p:nvPr/>
        </p:nvSpPr>
        <p:spPr>
          <a:xfrm>
            <a:off x="360602" y="4838260"/>
            <a:ext cx="8826939" cy="1453965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6388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43659-4AC6-3067-AE41-67311C1FF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569D1BB6-928F-0667-3466-F477891FF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61" y="1280886"/>
            <a:ext cx="7390140" cy="4934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08C833-9699-6832-4256-22BC4D8E2D5B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E6E21E4-4C10-0F33-5708-6029B5D561E0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29F67-35A9-B0D6-305A-5EAE223AEE9F}"/>
              </a:ext>
            </a:extLst>
          </p:cNvPr>
          <p:cNvSpPr txBox="1"/>
          <p:nvPr/>
        </p:nvSpPr>
        <p:spPr>
          <a:xfrm>
            <a:off x="9509760" y="1018651"/>
            <a:ext cx="2521373" cy="103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>
                <a:solidFill>
                  <a:srgbClr val="333333"/>
                </a:solidFill>
              </a:rPr>
              <a:t>① </a:t>
            </a:r>
            <a:r>
              <a:rPr lang="en-US" altLang="ko-KR" sz="1000" b="1">
                <a:solidFill>
                  <a:srgbClr val="333333"/>
                </a:solidFill>
              </a:rPr>
              <a:t>async/await </a:t>
            </a:r>
            <a:r>
              <a:rPr lang="ko-KR" altLang="en-US" sz="1000" b="1">
                <a:solidFill>
                  <a:srgbClr val="333333"/>
                </a:solidFill>
              </a:rPr>
              <a:t>적용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- takeval.check       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takeval.checkValidation     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takeval.checkComp</a:t>
            </a:r>
          </a:p>
          <a:p>
            <a:pPr marL="144000">
              <a:lnSpc>
                <a:spcPts val="1500"/>
              </a:lnSpc>
            </a:pPr>
            <a:r>
              <a:rPr lang="en-US" altLang="ko-KR" sz="1000">
                <a:solidFill>
                  <a:srgbClr val="333333"/>
                </a:solidFill>
              </a:rPr>
              <a:t>     </a:t>
            </a:r>
            <a:r>
              <a:rPr lang="ko-KR" altLang="en-US" sz="1000">
                <a:solidFill>
                  <a:srgbClr val="333333"/>
                </a:solidFill>
              </a:rPr>
              <a:t>함수 사용 시 </a:t>
            </a:r>
            <a:r>
              <a:rPr lang="en-US" altLang="ko-KR" sz="1000">
                <a:solidFill>
                  <a:srgbClr val="333333"/>
                </a:solidFill>
              </a:rPr>
              <a:t>async/await </a:t>
            </a:r>
            <a:r>
              <a:rPr lang="ko-KR" altLang="en-US" sz="1000">
                <a:solidFill>
                  <a:srgbClr val="333333"/>
                </a:solidFill>
              </a:rPr>
              <a:t>적용</a:t>
            </a:r>
            <a:r>
              <a:rPr lang="en-US" altLang="ko-KR" sz="100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1DB466-9C01-D99D-1B34-9218E6E45432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. async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await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46">
            <a:extLst>
              <a:ext uri="{FF2B5EF4-FFF2-40B4-BE49-F238E27FC236}">
                <a16:creationId xmlns:a16="http://schemas.microsoft.com/office/drawing/2014/main" id="{4F336D7F-52A1-CE63-6247-8203562E73CA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4B01C46-4F1C-2AF5-C058-B7E9A16F0C0E}"/>
              </a:ext>
            </a:extLst>
          </p:cNvPr>
          <p:cNvSpPr/>
          <p:nvPr/>
        </p:nvSpPr>
        <p:spPr>
          <a:xfrm>
            <a:off x="1984391" y="3726541"/>
            <a:ext cx="3248009" cy="198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2C71C9D-8FA9-903C-FC92-0A9A2F4E9C0A}"/>
              </a:ext>
            </a:extLst>
          </p:cNvPr>
          <p:cNvSpPr/>
          <p:nvPr/>
        </p:nvSpPr>
        <p:spPr>
          <a:xfrm>
            <a:off x="360603" y="1235593"/>
            <a:ext cx="8826939" cy="5023178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05C869B-D30A-B8A6-8DE6-88084A892D23}"/>
              </a:ext>
            </a:extLst>
          </p:cNvPr>
          <p:cNvSpPr/>
          <p:nvPr/>
        </p:nvSpPr>
        <p:spPr>
          <a:xfrm>
            <a:off x="2276491" y="1280641"/>
            <a:ext cx="498459" cy="198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0E3A5C-64C8-4B41-D637-169ECA39941D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5.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94D302-86E8-44BA-D318-BDCFA3806DB6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>
                <a:latin typeface="나눔스퀘어 ExtraBold" panose="020B0600000101010101" pitchFamily="50" charset="-127"/>
                <a:ea typeface="나눔스퀘어_ac Bold" panose="020B0600000101010101"/>
              </a:rPr>
              <a:t>takeval 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_ac Bold" panose="020B0600000101010101"/>
              </a:rPr>
              <a:t>변동사항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31700242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DC3155-9F08-4C50-BB8F-7E30E63B3780}"/>
              </a:ext>
            </a:extLst>
          </p:cNvPr>
          <p:cNvSpPr txBox="1"/>
          <p:nvPr/>
        </p:nvSpPr>
        <p:spPr>
          <a:xfrm>
            <a:off x="373380" y="2876937"/>
            <a:ext cx="11445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dirty="0">
                <a:solidFill>
                  <a:srgbClr val="006AC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</a:t>
            </a:r>
            <a:r>
              <a:rPr lang="ko-KR" altLang="en-US" sz="5000" dirty="0">
                <a:solidFill>
                  <a:srgbClr val="006AC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000" dirty="0">
                <a:solidFill>
                  <a:srgbClr val="006AC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YOU</a:t>
            </a:r>
            <a:endParaRPr lang="ko-KR" altLang="en-US" sz="5000" dirty="0">
              <a:solidFill>
                <a:srgbClr val="006AC6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931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rgbClr val="E6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23828</TotalTime>
  <Words>2029</Words>
  <Application>Microsoft Office PowerPoint</Application>
  <PresentationFormat>와이드스크린</PresentationFormat>
  <Paragraphs>545</Paragraphs>
  <Slides>42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8" baseType="lpstr">
      <vt:lpstr>나눔스퀘어 ExtraBold</vt:lpstr>
      <vt:lpstr>나눔스퀘어 Light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지수</dc:creator>
  <cp:lastModifiedBy>이한솔</cp:lastModifiedBy>
  <cp:revision>2850</cp:revision>
  <dcterms:created xsi:type="dcterms:W3CDTF">2021-10-27T05:52:03Z</dcterms:created>
  <dcterms:modified xsi:type="dcterms:W3CDTF">2026-06-28T12:59:47Z</dcterms:modified>
</cp:coreProperties>
</file>